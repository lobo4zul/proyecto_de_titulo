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lacial Indifference" charset="1" panose="00000000000000000000"/>
      <p:regular r:id="rId13"/>
    </p:embeddedFont>
    <p:embeddedFont>
      <p:font typeface="Glacial Indifference Bold" charset="1" panose="00000800000000000000"/>
      <p:regular r:id="rId14"/>
    </p:embeddedFont>
    <p:embeddedFont>
      <p:font typeface="Times New Roman" charset="1" panose="020305020704050203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2806">
            <a:off x="720300" y="6421716"/>
            <a:ext cx="8842272" cy="11861584"/>
          </a:xfrm>
          <a:custGeom>
            <a:avLst/>
            <a:gdLst/>
            <a:ahLst/>
            <a:cxnLst/>
            <a:rect r="r" b="b" t="t" l="l"/>
            <a:pathLst>
              <a:path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501204">
            <a:off x="11046831" y="-5088864"/>
            <a:ext cx="8807178" cy="11814508"/>
          </a:xfrm>
          <a:custGeom>
            <a:avLst/>
            <a:gdLst/>
            <a:ahLst/>
            <a:cxnLst/>
            <a:rect r="r" b="b" t="t" l="l"/>
            <a:pathLst>
              <a:path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571821">
            <a:off x="10628437" y="8363453"/>
            <a:ext cx="5947318" cy="7978109"/>
          </a:xfrm>
          <a:custGeom>
            <a:avLst/>
            <a:gdLst/>
            <a:ahLst/>
            <a:cxnLst/>
            <a:rect r="r" b="b" t="t" l="l"/>
            <a:pathLst>
              <a:path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114765">
            <a:off x="11561828" y="5146485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058328">
            <a:off x="13255544" y="-4131370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318101">
            <a:off x="-3880130" y="6803731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6800871">
            <a:off x="-1846725" y="-2878373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141436" y="6374086"/>
            <a:ext cx="8005127" cy="120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José Ignacio Flores</a:t>
            </a:r>
          </a:p>
          <a:p>
            <a:pPr algn="ctr" marL="0" indent="0" lvl="0">
              <a:lnSpc>
                <a:spcPts val="4808"/>
              </a:lnSpc>
              <a:spcBef>
                <a:spcPct val="0"/>
              </a:spcBef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Eduardo Martínez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44827" y="4409356"/>
            <a:ext cx="10998346" cy="204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7"/>
              </a:lnSpc>
            </a:pPr>
            <a:r>
              <a:rPr lang="en-US" b="true" sz="11898" spc="111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PORTAFOLIO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90215" y="3766424"/>
            <a:ext cx="7307570" cy="108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84"/>
              </a:lnSpc>
              <a:spcBef>
                <a:spcPct val="0"/>
              </a:spcBef>
            </a:pPr>
            <a:r>
              <a:rPr lang="en-US" sz="6345" spc="59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PROYECTO 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00019" y="4375337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2" y="0"/>
                </a:lnTo>
                <a:lnTo>
                  <a:pt x="6111682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2376337" y="200019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2" y="0"/>
                </a:lnTo>
                <a:lnTo>
                  <a:pt x="6111682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75001" y="4268906"/>
            <a:ext cx="9937998" cy="145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8"/>
              </a:lnSpc>
              <a:spcBef>
                <a:spcPct val="0"/>
              </a:spcBef>
            </a:pPr>
            <a:r>
              <a:rPr lang="en-US" sz="7634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Sobre nuestro proyecto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2" y="0"/>
                </a:lnTo>
                <a:lnTo>
                  <a:pt x="6111682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2376337" y="200019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2" y="0"/>
                </a:lnTo>
                <a:lnTo>
                  <a:pt x="6111682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67958" y="4268906"/>
            <a:ext cx="5952083" cy="145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8"/>
              </a:lnSpc>
              <a:spcBef>
                <a:spcPct val="0"/>
              </a:spcBef>
            </a:pPr>
            <a:r>
              <a:rPr lang="en-US" sz="7634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Metodologías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179201" y="4575356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1" y="0"/>
                </a:lnTo>
                <a:lnTo>
                  <a:pt x="6111681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2" y="0"/>
                </a:lnTo>
                <a:lnTo>
                  <a:pt x="6111682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08799" y="4268906"/>
            <a:ext cx="6070402" cy="145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8"/>
              </a:lnSpc>
              <a:spcBef>
                <a:spcPct val="0"/>
              </a:spcBef>
            </a:pPr>
            <a:r>
              <a:rPr lang="en-US" sz="7634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Problematicas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00019" y="4375337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2" y="0"/>
                </a:lnTo>
                <a:lnTo>
                  <a:pt x="6111682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2372907" y="200019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1" y="0"/>
                </a:lnTo>
                <a:lnTo>
                  <a:pt x="6111681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19974" y="4268906"/>
            <a:ext cx="4648051" cy="145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8"/>
              </a:lnSpc>
              <a:spcBef>
                <a:spcPct val="0"/>
              </a:spcBef>
            </a:pPr>
            <a:r>
              <a:rPr lang="en-US" sz="7634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Evidencias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00019" y="4375337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2" y="0"/>
                </a:lnTo>
                <a:lnTo>
                  <a:pt x="6111682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176318" y="4575356"/>
            <a:ext cx="6111682" cy="5711644"/>
          </a:xfrm>
          <a:custGeom>
            <a:avLst/>
            <a:gdLst/>
            <a:ahLst/>
            <a:cxnLst/>
            <a:rect r="r" b="b" t="t" l="l"/>
            <a:pathLst>
              <a:path h="5711644" w="6111682">
                <a:moveTo>
                  <a:pt x="0" y="0"/>
                </a:moveTo>
                <a:lnTo>
                  <a:pt x="6111682" y="0"/>
                </a:lnTo>
                <a:lnTo>
                  <a:pt x="6111682" y="5711644"/>
                </a:lnTo>
                <a:lnTo>
                  <a:pt x="0" y="571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89080" y="4268906"/>
            <a:ext cx="4909840" cy="145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8"/>
              </a:lnSpc>
              <a:spcBef>
                <a:spcPct val="0"/>
              </a:spcBef>
            </a:pPr>
            <a:r>
              <a:rPr lang="en-US" sz="7634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Conclusión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94475" y="4268906"/>
            <a:ext cx="4299049" cy="1453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8"/>
              </a:lnSpc>
              <a:spcBef>
                <a:spcPct val="0"/>
              </a:spcBef>
            </a:pPr>
            <a:r>
              <a:rPr lang="en-US" sz="7634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Preguntas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114765">
            <a:off x="11561828" y="5146485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058328">
            <a:off x="13255544" y="-4131370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318101">
            <a:off x="-3880130" y="6803731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800871">
            <a:off x="-1846725" y="-2878373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DAGol8bcXEI</dc:identifier>
  <dcterms:modified xsi:type="dcterms:W3CDTF">2011-08-01T06:04:30Z</dcterms:modified>
  <cp:revision>1</cp:revision>
  <dc:title>Portafolio</dc:title>
</cp:coreProperties>
</file>