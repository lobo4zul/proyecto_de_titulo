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4" r:id="rId6"/>
    <p:sldId id="260" r:id="rId7"/>
    <p:sldId id="262" r:id="rId8"/>
    <p:sldId id="263" r:id="rId9"/>
    <p:sldId id="269" r:id="rId10"/>
    <p:sldId id="270" r:id="rId11"/>
    <p:sldId id="265" r:id="rId12"/>
    <p:sldId id="267" r:id="rId13"/>
    <p:sldId id="268" r:id="rId14"/>
    <p:sldId id="266" r:id="rId15"/>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13C325-8866-40A2-B995-C7F546765345}" v="3" dt="2025-05-30T19:55:50.56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780" y="6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ardo Galan Cruz" userId="6a0a8af1cc48dbc0" providerId="LiveId" clId="{9E95F8A2-761E-4906-8D4C-2892EC15BE85}"/>
    <pc:docChg chg="modSld">
      <pc:chgData name="Gerardo Galan Cruz" userId="6a0a8af1cc48dbc0" providerId="LiveId" clId="{9E95F8A2-761E-4906-8D4C-2892EC15BE85}" dt="2025-01-03T14:19:52.801" v="0" actId="478"/>
      <pc:docMkLst>
        <pc:docMk/>
      </pc:docMkLst>
      <pc:sldChg chg="modSp">
        <pc:chgData name="Gerardo Galan Cruz" userId="6a0a8af1cc48dbc0" providerId="LiveId" clId="{9E95F8A2-761E-4906-8D4C-2892EC15BE85}" dt="2025-01-03T14:19:52.801" v="0" actId="478"/>
        <pc:sldMkLst>
          <pc:docMk/>
          <pc:sldMk cId="2436815989" sldId="257"/>
        </pc:sldMkLst>
      </pc:sldChg>
    </pc:docChg>
  </pc:docChgLst>
  <pc:docChgLst>
    <pc:chgData name="Gerardo Galan Cruz" userId="6a0a8af1cc48dbc0" providerId="LiveId" clId="{B513C325-8866-40A2-B995-C7F546765345}"/>
    <pc:docChg chg="modSld">
      <pc:chgData name="Gerardo Galan Cruz" userId="6a0a8af1cc48dbc0" providerId="LiveId" clId="{B513C325-8866-40A2-B995-C7F546765345}" dt="2025-05-30T19:55:50.569" v="22"/>
      <pc:docMkLst>
        <pc:docMk/>
      </pc:docMkLst>
      <pc:sldChg chg="modSp mod">
        <pc:chgData name="Gerardo Galan Cruz" userId="6a0a8af1cc48dbc0" providerId="LiveId" clId="{B513C325-8866-40A2-B995-C7F546765345}" dt="2025-05-30T19:55:37.662" v="19" actId="20577"/>
        <pc:sldMkLst>
          <pc:docMk/>
          <pc:sldMk cId="2391963198" sldId="256"/>
        </pc:sldMkLst>
        <pc:spChg chg="mod">
          <ac:chgData name="Gerardo Galan Cruz" userId="6a0a8af1cc48dbc0" providerId="LiveId" clId="{B513C325-8866-40A2-B995-C7F546765345}" dt="2025-05-30T19:55:37.662" v="19" actId="20577"/>
          <ac:spMkLst>
            <pc:docMk/>
            <pc:sldMk cId="2391963198" sldId="256"/>
            <ac:spMk id="4" creationId="{E3B5815F-4341-2A3D-A22D-8F6657D201F3}"/>
          </ac:spMkLst>
        </pc:spChg>
      </pc:sldChg>
      <pc:sldChg chg="modSp">
        <pc:chgData name="Gerardo Galan Cruz" userId="6a0a8af1cc48dbc0" providerId="LiveId" clId="{B513C325-8866-40A2-B995-C7F546765345}" dt="2025-05-30T19:55:50.569" v="22"/>
        <pc:sldMkLst>
          <pc:docMk/>
          <pc:sldMk cId="2436815989" sldId="257"/>
        </pc:sldMkLst>
        <pc:graphicFrameChg chg="mod">
          <ac:chgData name="Gerardo Galan Cruz" userId="6a0a8af1cc48dbc0" providerId="LiveId" clId="{B513C325-8866-40A2-B995-C7F546765345}" dt="2025-05-30T19:55:50.569" v="22"/>
          <ac:graphicFrameMkLst>
            <pc:docMk/>
            <pc:sldMk cId="2436815989" sldId="257"/>
            <ac:graphicFrameMk id="5" creationId="{CD98BAAD-E67E-3FB9-220F-BD3AA3645FAD}"/>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45140C-C326-4DAA-A267-498AD5117D68}" type="doc">
      <dgm:prSet loTypeId="urn:microsoft.com/office/officeart/2005/8/layout/vList4" loCatId="picture" qsTypeId="urn:microsoft.com/office/officeart/2005/8/quickstyle/simple5" qsCatId="simple" csTypeId="urn:microsoft.com/office/officeart/2005/8/colors/accent5_2" csCatId="accent5" phldr="1"/>
      <dgm:spPr/>
      <dgm:t>
        <a:bodyPr/>
        <a:lstStyle/>
        <a:p>
          <a:endParaRPr lang="es-CL"/>
        </a:p>
      </dgm:t>
    </dgm:pt>
    <dgm:pt modelId="{78BFB295-8F5D-4286-B72B-79142F8F0E13}">
      <dgm:prSet phldrT="[Texto]"/>
      <dgm:spPr/>
      <dgm:t>
        <a:bodyPr/>
        <a:lstStyle/>
        <a:p>
          <a:r>
            <a:rPr lang="es-CL" dirty="0"/>
            <a:t>Eduardo Martínez</a:t>
          </a:r>
        </a:p>
      </dgm:t>
    </dgm:pt>
    <dgm:pt modelId="{F1885FAB-61EC-4F80-98D0-72360031AF9F}" type="parTrans" cxnId="{2AD07198-D472-4B98-B6D5-5A730374E9A2}">
      <dgm:prSet/>
      <dgm:spPr/>
      <dgm:t>
        <a:bodyPr/>
        <a:lstStyle/>
        <a:p>
          <a:endParaRPr lang="es-CL"/>
        </a:p>
      </dgm:t>
    </dgm:pt>
    <dgm:pt modelId="{E88D0928-51D4-4670-8963-60ABBB193E13}" type="sibTrans" cxnId="{2AD07198-D472-4B98-B6D5-5A730374E9A2}">
      <dgm:prSet/>
      <dgm:spPr/>
      <dgm:t>
        <a:bodyPr/>
        <a:lstStyle/>
        <a:p>
          <a:endParaRPr lang="es-CL"/>
        </a:p>
      </dgm:t>
    </dgm:pt>
    <dgm:pt modelId="{D868444B-AE34-4422-A6A5-1F7D392D0C20}">
      <dgm:prSet phldrT="[Texto]"/>
      <dgm:spPr/>
      <dgm:t>
        <a:bodyPr/>
        <a:lstStyle/>
        <a:p>
          <a:r>
            <a:rPr lang="es-CL" dirty="0"/>
            <a:t>Desarrollador</a:t>
          </a:r>
        </a:p>
      </dgm:t>
    </dgm:pt>
    <dgm:pt modelId="{7DB88D83-6C3A-48C1-8CAD-0D11C3BEC35C}" type="parTrans" cxnId="{484B8A37-0122-4FF5-93D2-4A15DF521A17}">
      <dgm:prSet/>
      <dgm:spPr/>
      <dgm:t>
        <a:bodyPr/>
        <a:lstStyle/>
        <a:p>
          <a:endParaRPr lang="es-CL"/>
        </a:p>
      </dgm:t>
    </dgm:pt>
    <dgm:pt modelId="{74B9B1A5-94EB-40A9-BFF2-678501068FB8}" type="sibTrans" cxnId="{484B8A37-0122-4FF5-93D2-4A15DF521A17}">
      <dgm:prSet/>
      <dgm:spPr/>
      <dgm:t>
        <a:bodyPr/>
        <a:lstStyle/>
        <a:p>
          <a:endParaRPr lang="es-CL"/>
        </a:p>
      </dgm:t>
    </dgm:pt>
    <dgm:pt modelId="{02A34BC0-F8BA-4A89-87A4-4F20079DFD06}">
      <dgm:prSet phldrT="[Texto]"/>
      <dgm:spPr/>
      <dgm:t>
        <a:bodyPr/>
        <a:lstStyle/>
        <a:p>
          <a:r>
            <a:rPr lang="es-MX" dirty="0"/>
            <a:t>José Ignacio Flores</a:t>
          </a:r>
          <a:endParaRPr lang="es-CL" dirty="0"/>
        </a:p>
      </dgm:t>
    </dgm:pt>
    <dgm:pt modelId="{9ADB496F-2DB6-4F16-8C91-2EB9CDF5F2F2}" type="parTrans" cxnId="{0E2AE979-A66C-4CEC-BFF4-5B28BB7CD9EA}">
      <dgm:prSet/>
      <dgm:spPr/>
      <dgm:t>
        <a:bodyPr/>
        <a:lstStyle/>
        <a:p>
          <a:endParaRPr lang="es-CL"/>
        </a:p>
      </dgm:t>
    </dgm:pt>
    <dgm:pt modelId="{44AB630E-CD8B-4223-9F51-5EEE4E054B0A}" type="sibTrans" cxnId="{0E2AE979-A66C-4CEC-BFF4-5B28BB7CD9EA}">
      <dgm:prSet/>
      <dgm:spPr/>
      <dgm:t>
        <a:bodyPr/>
        <a:lstStyle/>
        <a:p>
          <a:endParaRPr lang="es-CL"/>
        </a:p>
      </dgm:t>
    </dgm:pt>
    <dgm:pt modelId="{2E221207-005F-49CB-81E1-6D036D64322B}">
      <dgm:prSet phldrT="[Texto]"/>
      <dgm:spPr/>
      <dgm:t>
        <a:bodyPr/>
        <a:lstStyle/>
        <a:p>
          <a:r>
            <a:rPr lang="es-CL" dirty="0"/>
            <a:t>Backend y Base de datos</a:t>
          </a:r>
        </a:p>
      </dgm:t>
    </dgm:pt>
    <dgm:pt modelId="{3728DB5E-E904-481D-A1E5-49CF4AFFC0D3}" type="sibTrans" cxnId="{1C3272C9-C630-4D60-B76B-138907BB4D41}">
      <dgm:prSet/>
      <dgm:spPr/>
      <dgm:t>
        <a:bodyPr/>
        <a:lstStyle/>
        <a:p>
          <a:endParaRPr lang="es-CL"/>
        </a:p>
      </dgm:t>
    </dgm:pt>
    <dgm:pt modelId="{B200B6AA-AA2A-4CB8-80FF-4BB54938E8A5}" type="parTrans" cxnId="{1C3272C9-C630-4D60-B76B-138907BB4D41}">
      <dgm:prSet/>
      <dgm:spPr/>
      <dgm:t>
        <a:bodyPr/>
        <a:lstStyle/>
        <a:p>
          <a:endParaRPr lang="es-CL"/>
        </a:p>
      </dgm:t>
    </dgm:pt>
    <dgm:pt modelId="{EA3B2395-55AF-495E-9D6B-329D2886612F}">
      <dgm:prSet phldrT="[Texto]"/>
      <dgm:spPr/>
      <dgm:t>
        <a:bodyPr/>
        <a:lstStyle/>
        <a:p>
          <a:r>
            <a:rPr lang="es-MX" dirty="0"/>
            <a:t>Desarrollador</a:t>
          </a:r>
          <a:endParaRPr lang="es-CL" dirty="0"/>
        </a:p>
      </dgm:t>
    </dgm:pt>
    <dgm:pt modelId="{11A4E056-7834-4F82-8A9C-B8EA31F159E3}" type="sibTrans" cxnId="{778F2DBC-81F3-476D-BD99-784E4F7153C8}">
      <dgm:prSet/>
      <dgm:spPr/>
      <dgm:t>
        <a:bodyPr/>
        <a:lstStyle/>
        <a:p>
          <a:endParaRPr lang="es-CL"/>
        </a:p>
      </dgm:t>
    </dgm:pt>
    <dgm:pt modelId="{01DA10B6-3F7A-4C8A-AACD-F605EE6CCF20}" type="parTrans" cxnId="{778F2DBC-81F3-476D-BD99-784E4F7153C8}">
      <dgm:prSet/>
      <dgm:spPr/>
      <dgm:t>
        <a:bodyPr/>
        <a:lstStyle/>
        <a:p>
          <a:endParaRPr lang="es-CL"/>
        </a:p>
      </dgm:t>
    </dgm:pt>
    <dgm:pt modelId="{55A2A9EB-4C26-43C3-B721-D475B10BC39B}">
      <dgm:prSet phldrT="[Texto]"/>
      <dgm:spPr/>
      <dgm:t>
        <a:bodyPr/>
        <a:lstStyle/>
        <a:p>
          <a:r>
            <a:rPr lang="es-CL" dirty="0"/>
            <a:t>Frontend, QA y documentación</a:t>
          </a:r>
        </a:p>
      </dgm:t>
    </dgm:pt>
    <dgm:pt modelId="{4EF4588A-187C-4393-9DFC-C6D80B20E995}" type="sibTrans" cxnId="{ECED70CB-7A25-48F8-9E03-51596FB1E92C}">
      <dgm:prSet/>
      <dgm:spPr/>
      <dgm:t>
        <a:bodyPr/>
        <a:lstStyle/>
        <a:p>
          <a:endParaRPr lang="es-CL"/>
        </a:p>
      </dgm:t>
    </dgm:pt>
    <dgm:pt modelId="{B8424EB2-FFE7-4867-9D5A-EE0D46E8AAFE}" type="parTrans" cxnId="{ECED70CB-7A25-48F8-9E03-51596FB1E92C}">
      <dgm:prSet/>
      <dgm:spPr/>
      <dgm:t>
        <a:bodyPr/>
        <a:lstStyle/>
        <a:p>
          <a:endParaRPr lang="es-CL"/>
        </a:p>
      </dgm:t>
    </dgm:pt>
    <dgm:pt modelId="{6E1E561E-88C1-49C6-A3F7-DE4B9AD43273}" type="pres">
      <dgm:prSet presAssocID="{BE45140C-C326-4DAA-A267-498AD5117D68}" presName="linear" presStyleCnt="0">
        <dgm:presLayoutVars>
          <dgm:dir/>
          <dgm:resizeHandles val="exact"/>
        </dgm:presLayoutVars>
      </dgm:prSet>
      <dgm:spPr/>
    </dgm:pt>
    <dgm:pt modelId="{F70979D0-5925-4EC3-AD84-986E0EC7B0D8}" type="pres">
      <dgm:prSet presAssocID="{78BFB295-8F5D-4286-B72B-79142F8F0E13}" presName="comp" presStyleCnt="0"/>
      <dgm:spPr/>
    </dgm:pt>
    <dgm:pt modelId="{54FC4CB6-0791-48D3-B2C5-2E99B8AFCFF7}" type="pres">
      <dgm:prSet presAssocID="{78BFB295-8F5D-4286-B72B-79142F8F0E13}" presName="box" presStyleLbl="node1" presStyleIdx="0" presStyleCnt="2" custLinFactNeighborX="5318" custLinFactNeighborY="-12417"/>
      <dgm:spPr/>
    </dgm:pt>
    <dgm:pt modelId="{9A7E2690-DE9C-4572-9BE5-B8C9A3B8BBB3}" type="pres">
      <dgm:prSet presAssocID="{78BFB295-8F5D-4286-B72B-79142F8F0E13}" presName="img" presStyleLbl="fgImgPlace1" presStyleIdx="0" presStyleCnt="2"/>
      <dgm:spPr/>
    </dgm:pt>
    <dgm:pt modelId="{52D125D2-FCA7-4A2D-AB39-B6BD54F251F2}" type="pres">
      <dgm:prSet presAssocID="{78BFB295-8F5D-4286-B72B-79142F8F0E13}" presName="text" presStyleLbl="node1" presStyleIdx="0" presStyleCnt="2">
        <dgm:presLayoutVars>
          <dgm:bulletEnabled val="1"/>
        </dgm:presLayoutVars>
      </dgm:prSet>
      <dgm:spPr/>
    </dgm:pt>
    <dgm:pt modelId="{E95CA29D-745B-40BA-93B6-BB607C99A2CE}" type="pres">
      <dgm:prSet presAssocID="{E88D0928-51D4-4670-8963-60ABBB193E13}" presName="spacer" presStyleCnt="0"/>
      <dgm:spPr/>
    </dgm:pt>
    <dgm:pt modelId="{41A67AC8-1DD7-4AB7-96A3-87B24035E3FA}" type="pres">
      <dgm:prSet presAssocID="{02A34BC0-F8BA-4A89-87A4-4F20079DFD06}" presName="comp" presStyleCnt="0"/>
      <dgm:spPr/>
    </dgm:pt>
    <dgm:pt modelId="{39AFE128-ACF6-44CA-B18B-64F5782CF210}" type="pres">
      <dgm:prSet presAssocID="{02A34BC0-F8BA-4A89-87A4-4F20079DFD06}" presName="box" presStyleLbl="node1" presStyleIdx="1" presStyleCnt="2"/>
      <dgm:spPr/>
    </dgm:pt>
    <dgm:pt modelId="{3F97C059-D720-4D48-953F-B84D04D0BF79}" type="pres">
      <dgm:prSet presAssocID="{02A34BC0-F8BA-4A89-87A4-4F20079DFD06}" presName="img" presStyleLbl="fgImgPlace1" presStyleIdx="1" presStyleCnt="2"/>
      <dgm:spPr/>
    </dgm:pt>
    <dgm:pt modelId="{CFFDF23F-D296-4CDF-8EE4-8A672559E207}" type="pres">
      <dgm:prSet presAssocID="{02A34BC0-F8BA-4A89-87A4-4F20079DFD06}" presName="text" presStyleLbl="node1" presStyleIdx="1" presStyleCnt="2">
        <dgm:presLayoutVars>
          <dgm:bulletEnabled val="1"/>
        </dgm:presLayoutVars>
      </dgm:prSet>
      <dgm:spPr/>
    </dgm:pt>
  </dgm:ptLst>
  <dgm:cxnLst>
    <dgm:cxn modelId="{399BD705-2380-48A3-9C48-1D49A5A32D61}" type="presOf" srcId="{2E221207-005F-49CB-81E1-6D036D64322B}" destId="{52D125D2-FCA7-4A2D-AB39-B6BD54F251F2}" srcOrd="1" destOrd="2" presId="urn:microsoft.com/office/officeart/2005/8/layout/vList4"/>
    <dgm:cxn modelId="{D2B94F0C-C779-4AC1-87E4-35116A3DED02}" type="presOf" srcId="{78BFB295-8F5D-4286-B72B-79142F8F0E13}" destId="{54FC4CB6-0791-48D3-B2C5-2E99B8AFCFF7}" srcOrd="0" destOrd="0" presId="urn:microsoft.com/office/officeart/2005/8/layout/vList4"/>
    <dgm:cxn modelId="{A6E20436-8EF1-4FFF-9C29-AC69BF1D5C4A}" type="presOf" srcId="{02A34BC0-F8BA-4A89-87A4-4F20079DFD06}" destId="{39AFE128-ACF6-44CA-B18B-64F5782CF210}" srcOrd="0" destOrd="0" presId="urn:microsoft.com/office/officeart/2005/8/layout/vList4"/>
    <dgm:cxn modelId="{484B8A37-0122-4FF5-93D2-4A15DF521A17}" srcId="{78BFB295-8F5D-4286-B72B-79142F8F0E13}" destId="{D868444B-AE34-4422-A6A5-1F7D392D0C20}" srcOrd="0" destOrd="0" parTransId="{7DB88D83-6C3A-48C1-8CAD-0D11C3BEC35C}" sibTransId="{74B9B1A5-94EB-40A9-BFF2-678501068FB8}"/>
    <dgm:cxn modelId="{22F3405C-AB8E-4AC3-A83C-C551BA0831ED}" type="presOf" srcId="{55A2A9EB-4C26-43C3-B721-D475B10BC39B}" destId="{39AFE128-ACF6-44CA-B18B-64F5782CF210}" srcOrd="0" destOrd="2" presId="urn:microsoft.com/office/officeart/2005/8/layout/vList4"/>
    <dgm:cxn modelId="{7E8FC05E-FE02-4336-B1F8-3EAA05519A49}" type="presOf" srcId="{D868444B-AE34-4422-A6A5-1F7D392D0C20}" destId="{54FC4CB6-0791-48D3-B2C5-2E99B8AFCFF7}" srcOrd="0" destOrd="1" presId="urn:microsoft.com/office/officeart/2005/8/layout/vList4"/>
    <dgm:cxn modelId="{DC02AD53-682D-464B-9D09-C1B6DCD5AFB0}" type="presOf" srcId="{55A2A9EB-4C26-43C3-B721-D475B10BC39B}" destId="{CFFDF23F-D296-4CDF-8EE4-8A672559E207}" srcOrd="1" destOrd="2" presId="urn:microsoft.com/office/officeart/2005/8/layout/vList4"/>
    <dgm:cxn modelId="{0E2AE979-A66C-4CEC-BFF4-5B28BB7CD9EA}" srcId="{BE45140C-C326-4DAA-A267-498AD5117D68}" destId="{02A34BC0-F8BA-4A89-87A4-4F20079DFD06}" srcOrd="1" destOrd="0" parTransId="{9ADB496F-2DB6-4F16-8C91-2EB9CDF5F2F2}" sibTransId="{44AB630E-CD8B-4223-9F51-5EEE4E054B0A}"/>
    <dgm:cxn modelId="{2AD07198-D472-4B98-B6D5-5A730374E9A2}" srcId="{BE45140C-C326-4DAA-A267-498AD5117D68}" destId="{78BFB295-8F5D-4286-B72B-79142F8F0E13}" srcOrd="0" destOrd="0" parTransId="{F1885FAB-61EC-4F80-98D0-72360031AF9F}" sibTransId="{E88D0928-51D4-4670-8963-60ABBB193E13}"/>
    <dgm:cxn modelId="{690A389C-25C1-485B-88F9-437236A47744}" type="presOf" srcId="{BE45140C-C326-4DAA-A267-498AD5117D68}" destId="{6E1E561E-88C1-49C6-A3F7-DE4B9AD43273}" srcOrd="0" destOrd="0" presId="urn:microsoft.com/office/officeart/2005/8/layout/vList4"/>
    <dgm:cxn modelId="{ECFD91A4-F44F-4C84-8B25-37DA0B249A1F}" type="presOf" srcId="{78BFB295-8F5D-4286-B72B-79142F8F0E13}" destId="{52D125D2-FCA7-4A2D-AB39-B6BD54F251F2}" srcOrd="1" destOrd="0" presId="urn:microsoft.com/office/officeart/2005/8/layout/vList4"/>
    <dgm:cxn modelId="{778F2DBC-81F3-476D-BD99-784E4F7153C8}" srcId="{02A34BC0-F8BA-4A89-87A4-4F20079DFD06}" destId="{EA3B2395-55AF-495E-9D6B-329D2886612F}" srcOrd="0" destOrd="0" parTransId="{01DA10B6-3F7A-4C8A-AACD-F605EE6CCF20}" sibTransId="{11A4E056-7834-4F82-8A9C-B8EA31F159E3}"/>
    <dgm:cxn modelId="{FE5360C5-555C-42B2-9E63-16D2D46F21B1}" type="presOf" srcId="{D868444B-AE34-4422-A6A5-1F7D392D0C20}" destId="{52D125D2-FCA7-4A2D-AB39-B6BD54F251F2}" srcOrd="1" destOrd="1" presId="urn:microsoft.com/office/officeart/2005/8/layout/vList4"/>
    <dgm:cxn modelId="{1C3272C9-C630-4D60-B76B-138907BB4D41}" srcId="{78BFB295-8F5D-4286-B72B-79142F8F0E13}" destId="{2E221207-005F-49CB-81E1-6D036D64322B}" srcOrd="1" destOrd="0" parTransId="{B200B6AA-AA2A-4CB8-80FF-4BB54938E8A5}" sibTransId="{3728DB5E-E904-481D-A1E5-49CF4AFFC0D3}"/>
    <dgm:cxn modelId="{B0C181C9-77EB-4775-B9E6-C6CBDA60E6EB}" type="presOf" srcId="{EA3B2395-55AF-495E-9D6B-329D2886612F}" destId="{CFFDF23F-D296-4CDF-8EE4-8A672559E207}" srcOrd="1" destOrd="1" presId="urn:microsoft.com/office/officeart/2005/8/layout/vList4"/>
    <dgm:cxn modelId="{ECED70CB-7A25-48F8-9E03-51596FB1E92C}" srcId="{02A34BC0-F8BA-4A89-87A4-4F20079DFD06}" destId="{55A2A9EB-4C26-43C3-B721-D475B10BC39B}" srcOrd="1" destOrd="0" parTransId="{B8424EB2-FFE7-4867-9D5A-EE0D46E8AAFE}" sibTransId="{4EF4588A-187C-4393-9DFC-C6D80B20E995}"/>
    <dgm:cxn modelId="{22A4C7D2-C14A-4622-8C4E-3FE51F50DCC3}" type="presOf" srcId="{02A34BC0-F8BA-4A89-87A4-4F20079DFD06}" destId="{CFFDF23F-D296-4CDF-8EE4-8A672559E207}" srcOrd="1" destOrd="0" presId="urn:microsoft.com/office/officeart/2005/8/layout/vList4"/>
    <dgm:cxn modelId="{A70C9FD5-2935-4C81-937A-B6C05F5E54BA}" type="presOf" srcId="{2E221207-005F-49CB-81E1-6D036D64322B}" destId="{54FC4CB6-0791-48D3-B2C5-2E99B8AFCFF7}" srcOrd="0" destOrd="2" presId="urn:microsoft.com/office/officeart/2005/8/layout/vList4"/>
    <dgm:cxn modelId="{7ABE08FD-4ED4-44FB-BFBA-794B6C5FA813}" type="presOf" srcId="{EA3B2395-55AF-495E-9D6B-329D2886612F}" destId="{39AFE128-ACF6-44CA-B18B-64F5782CF210}" srcOrd="0" destOrd="1" presId="urn:microsoft.com/office/officeart/2005/8/layout/vList4"/>
    <dgm:cxn modelId="{DA463EE6-78DB-4E59-8099-EBA029F401B0}" type="presParOf" srcId="{6E1E561E-88C1-49C6-A3F7-DE4B9AD43273}" destId="{F70979D0-5925-4EC3-AD84-986E0EC7B0D8}" srcOrd="0" destOrd="0" presId="urn:microsoft.com/office/officeart/2005/8/layout/vList4"/>
    <dgm:cxn modelId="{2FE346D7-6685-4BD0-9465-988681234E35}" type="presParOf" srcId="{F70979D0-5925-4EC3-AD84-986E0EC7B0D8}" destId="{54FC4CB6-0791-48D3-B2C5-2E99B8AFCFF7}" srcOrd="0" destOrd="0" presId="urn:microsoft.com/office/officeart/2005/8/layout/vList4"/>
    <dgm:cxn modelId="{3671DC51-8308-4E14-B210-C8528BB18500}" type="presParOf" srcId="{F70979D0-5925-4EC3-AD84-986E0EC7B0D8}" destId="{9A7E2690-DE9C-4572-9BE5-B8C9A3B8BBB3}" srcOrd="1" destOrd="0" presId="urn:microsoft.com/office/officeart/2005/8/layout/vList4"/>
    <dgm:cxn modelId="{36512CCB-6AF4-4E79-94F2-3EAFE5E8BC48}" type="presParOf" srcId="{F70979D0-5925-4EC3-AD84-986E0EC7B0D8}" destId="{52D125D2-FCA7-4A2D-AB39-B6BD54F251F2}" srcOrd="2" destOrd="0" presId="urn:microsoft.com/office/officeart/2005/8/layout/vList4"/>
    <dgm:cxn modelId="{ECC56BF9-E938-422B-98CD-A358ACD6F8DC}" type="presParOf" srcId="{6E1E561E-88C1-49C6-A3F7-DE4B9AD43273}" destId="{E95CA29D-745B-40BA-93B6-BB607C99A2CE}" srcOrd="1" destOrd="0" presId="urn:microsoft.com/office/officeart/2005/8/layout/vList4"/>
    <dgm:cxn modelId="{158F6488-FF9D-4053-8FD1-E0DD5F22ECAD}" type="presParOf" srcId="{6E1E561E-88C1-49C6-A3F7-DE4B9AD43273}" destId="{41A67AC8-1DD7-4AB7-96A3-87B24035E3FA}" srcOrd="2" destOrd="0" presId="urn:microsoft.com/office/officeart/2005/8/layout/vList4"/>
    <dgm:cxn modelId="{236FF4A9-4957-4F7A-A24B-795FE34BEEFD}" type="presParOf" srcId="{41A67AC8-1DD7-4AB7-96A3-87B24035E3FA}" destId="{39AFE128-ACF6-44CA-B18B-64F5782CF210}" srcOrd="0" destOrd="0" presId="urn:microsoft.com/office/officeart/2005/8/layout/vList4"/>
    <dgm:cxn modelId="{5BD15FCC-0B87-4D85-98EC-9D897E4655EE}" type="presParOf" srcId="{41A67AC8-1DD7-4AB7-96A3-87B24035E3FA}" destId="{3F97C059-D720-4D48-953F-B84D04D0BF79}" srcOrd="1" destOrd="0" presId="urn:microsoft.com/office/officeart/2005/8/layout/vList4"/>
    <dgm:cxn modelId="{3156CEE4-28C8-4C16-85AC-EE6796DAD482}" type="presParOf" srcId="{41A67AC8-1DD7-4AB7-96A3-87B24035E3FA}" destId="{CFFDF23F-D296-4CDF-8EE4-8A672559E207}"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FC4CB6-0791-48D3-B2C5-2E99B8AFCFF7}">
      <dsp:nvSpPr>
        <dsp:cNvPr id="0" name=""/>
        <dsp:cNvSpPr/>
      </dsp:nvSpPr>
      <dsp:spPr>
        <a:xfrm>
          <a:off x="0" y="0"/>
          <a:ext cx="7633494" cy="2071186"/>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s-CL" sz="4000" kern="1200" dirty="0"/>
            <a:t>Eduardo Martínez</a:t>
          </a:r>
        </a:p>
        <a:p>
          <a:pPr marL="285750" lvl="1" indent="-285750" algn="l" defTabSz="1377950">
            <a:lnSpc>
              <a:spcPct val="90000"/>
            </a:lnSpc>
            <a:spcBef>
              <a:spcPct val="0"/>
            </a:spcBef>
            <a:spcAft>
              <a:spcPct val="15000"/>
            </a:spcAft>
            <a:buChar char="•"/>
          </a:pPr>
          <a:r>
            <a:rPr lang="es-CL" sz="3100" kern="1200" dirty="0"/>
            <a:t>Desarrollador</a:t>
          </a:r>
        </a:p>
        <a:p>
          <a:pPr marL="285750" lvl="1" indent="-285750" algn="l" defTabSz="1377950">
            <a:lnSpc>
              <a:spcPct val="90000"/>
            </a:lnSpc>
            <a:spcBef>
              <a:spcPct val="0"/>
            </a:spcBef>
            <a:spcAft>
              <a:spcPct val="15000"/>
            </a:spcAft>
            <a:buChar char="•"/>
          </a:pPr>
          <a:r>
            <a:rPr lang="es-CL" sz="3100" kern="1200" dirty="0"/>
            <a:t>Backend y Base de datos</a:t>
          </a:r>
        </a:p>
      </dsp:txBody>
      <dsp:txXfrm>
        <a:off x="1733817" y="0"/>
        <a:ext cx="5899676" cy="2071186"/>
      </dsp:txXfrm>
    </dsp:sp>
    <dsp:sp modelId="{9A7E2690-DE9C-4572-9BE5-B8C9A3B8BBB3}">
      <dsp:nvSpPr>
        <dsp:cNvPr id="0" name=""/>
        <dsp:cNvSpPr/>
      </dsp:nvSpPr>
      <dsp:spPr>
        <a:xfrm>
          <a:off x="207118" y="207118"/>
          <a:ext cx="1526698" cy="1656949"/>
        </a:xfrm>
        <a:prstGeom prst="roundRect">
          <a:avLst>
            <a:gd name="adj" fmla="val 10000"/>
          </a:avLst>
        </a:prstGeom>
        <a:solidFill>
          <a:schemeClr val="accent5">
            <a:tint val="5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39AFE128-ACF6-44CA-B18B-64F5782CF210}">
      <dsp:nvSpPr>
        <dsp:cNvPr id="0" name=""/>
        <dsp:cNvSpPr/>
      </dsp:nvSpPr>
      <dsp:spPr>
        <a:xfrm>
          <a:off x="0" y="2278305"/>
          <a:ext cx="7633494" cy="2071186"/>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s-MX" sz="4000" kern="1200" dirty="0"/>
            <a:t>José Ignacio Flores</a:t>
          </a:r>
          <a:endParaRPr lang="es-CL" sz="4000" kern="1200" dirty="0"/>
        </a:p>
        <a:p>
          <a:pPr marL="285750" lvl="1" indent="-285750" algn="l" defTabSz="1377950">
            <a:lnSpc>
              <a:spcPct val="90000"/>
            </a:lnSpc>
            <a:spcBef>
              <a:spcPct val="0"/>
            </a:spcBef>
            <a:spcAft>
              <a:spcPct val="15000"/>
            </a:spcAft>
            <a:buChar char="•"/>
          </a:pPr>
          <a:r>
            <a:rPr lang="es-MX" sz="3100" kern="1200" dirty="0"/>
            <a:t>Desarrollador</a:t>
          </a:r>
          <a:endParaRPr lang="es-CL" sz="3100" kern="1200" dirty="0"/>
        </a:p>
        <a:p>
          <a:pPr marL="285750" lvl="1" indent="-285750" algn="l" defTabSz="1377950">
            <a:lnSpc>
              <a:spcPct val="90000"/>
            </a:lnSpc>
            <a:spcBef>
              <a:spcPct val="0"/>
            </a:spcBef>
            <a:spcAft>
              <a:spcPct val="15000"/>
            </a:spcAft>
            <a:buChar char="•"/>
          </a:pPr>
          <a:r>
            <a:rPr lang="es-CL" sz="3100" kern="1200" dirty="0"/>
            <a:t>Frontend, QA y documentación</a:t>
          </a:r>
        </a:p>
      </dsp:txBody>
      <dsp:txXfrm>
        <a:off x="1733817" y="2278305"/>
        <a:ext cx="5899676" cy="2071186"/>
      </dsp:txXfrm>
    </dsp:sp>
    <dsp:sp modelId="{3F97C059-D720-4D48-953F-B84D04D0BF79}">
      <dsp:nvSpPr>
        <dsp:cNvPr id="0" name=""/>
        <dsp:cNvSpPr/>
      </dsp:nvSpPr>
      <dsp:spPr>
        <a:xfrm>
          <a:off x="207118" y="2485423"/>
          <a:ext cx="1526698" cy="1656949"/>
        </a:xfrm>
        <a:prstGeom prst="roundRect">
          <a:avLst>
            <a:gd name="adj" fmla="val 10000"/>
          </a:avLst>
        </a:prstGeom>
        <a:solidFill>
          <a:schemeClr val="accent5">
            <a:tint val="5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64A916-2C2E-265E-D1A7-F8BA8BAA561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2E2B618F-FEF4-D0FB-4038-D93A262EA3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5443312A-AEFB-3177-E12B-386C4F4291CC}"/>
              </a:ext>
            </a:extLst>
          </p:cNvPr>
          <p:cNvSpPr>
            <a:spLocks noGrp="1"/>
          </p:cNvSpPr>
          <p:nvPr>
            <p:ph type="dt" sz="half" idx="10"/>
          </p:nvPr>
        </p:nvSpPr>
        <p:spPr/>
        <p:txBody>
          <a:bodyPr/>
          <a:lstStyle/>
          <a:p>
            <a:fld id="{6E1704C8-43E3-4F4F-BE90-356A640D5754}" type="datetimeFigureOut">
              <a:rPr lang="es-CL" smtClean="0"/>
              <a:t>02-06-2025</a:t>
            </a:fld>
            <a:endParaRPr lang="es-CL"/>
          </a:p>
        </p:txBody>
      </p:sp>
      <p:sp>
        <p:nvSpPr>
          <p:cNvPr id="5" name="Marcador de pie de página 4">
            <a:extLst>
              <a:ext uri="{FF2B5EF4-FFF2-40B4-BE49-F238E27FC236}">
                <a16:creationId xmlns:a16="http://schemas.microsoft.com/office/drawing/2014/main" id="{A47C3C00-ADC0-ABB2-EF55-4D170DA0D74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1B0C28A-E393-39C0-65D4-7252445FA6A3}"/>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4053887044"/>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A7B6CD-9456-B138-ECD2-C8D7A666C49A}"/>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B874D6B0-7AF3-685F-CEAB-5529E05E8CF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AF52F25-C2C6-7F7B-276E-37CD648AA75E}"/>
              </a:ext>
            </a:extLst>
          </p:cNvPr>
          <p:cNvSpPr>
            <a:spLocks noGrp="1"/>
          </p:cNvSpPr>
          <p:nvPr>
            <p:ph type="dt" sz="half" idx="10"/>
          </p:nvPr>
        </p:nvSpPr>
        <p:spPr/>
        <p:txBody>
          <a:bodyPr/>
          <a:lstStyle/>
          <a:p>
            <a:fld id="{6E1704C8-43E3-4F4F-BE90-356A640D5754}" type="datetimeFigureOut">
              <a:rPr lang="es-CL" smtClean="0"/>
              <a:t>02-06-2025</a:t>
            </a:fld>
            <a:endParaRPr lang="es-CL"/>
          </a:p>
        </p:txBody>
      </p:sp>
      <p:sp>
        <p:nvSpPr>
          <p:cNvPr id="5" name="Marcador de pie de página 4">
            <a:extLst>
              <a:ext uri="{FF2B5EF4-FFF2-40B4-BE49-F238E27FC236}">
                <a16:creationId xmlns:a16="http://schemas.microsoft.com/office/drawing/2014/main" id="{03947A73-C5CF-9FE2-967B-D4D866F9DD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C0ECAE93-9144-BF33-1401-DF6FFF6FAB64}"/>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3623929711"/>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B56A89-B019-96BD-5BAD-62AE0C3AC10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B22B60B4-76B8-D88B-5674-F86DC36707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9DE800A-255F-4AE1-5E56-606A61B379B8}"/>
              </a:ext>
            </a:extLst>
          </p:cNvPr>
          <p:cNvSpPr>
            <a:spLocks noGrp="1"/>
          </p:cNvSpPr>
          <p:nvPr>
            <p:ph type="dt" sz="half" idx="10"/>
          </p:nvPr>
        </p:nvSpPr>
        <p:spPr/>
        <p:txBody>
          <a:bodyPr/>
          <a:lstStyle/>
          <a:p>
            <a:fld id="{6E1704C8-43E3-4F4F-BE90-356A640D5754}" type="datetimeFigureOut">
              <a:rPr lang="es-CL" smtClean="0"/>
              <a:t>02-06-2025</a:t>
            </a:fld>
            <a:endParaRPr lang="es-CL"/>
          </a:p>
        </p:txBody>
      </p:sp>
      <p:sp>
        <p:nvSpPr>
          <p:cNvPr id="5" name="Marcador de pie de página 4">
            <a:extLst>
              <a:ext uri="{FF2B5EF4-FFF2-40B4-BE49-F238E27FC236}">
                <a16:creationId xmlns:a16="http://schemas.microsoft.com/office/drawing/2014/main" id="{8DFC92BF-9B9F-10CC-5BC8-BAC85DDB9BBC}"/>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53372357-062E-F22F-4B80-ED779DDD11B1}"/>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91426009"/>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399D17-3BAA-B1F3-D450-274A02753DEA}"/>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3660F58E-6555-CC20-7FB5-60DB4AEFC8C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42CAA47F-EB54-628D-A823-3A00718BE86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A890AFF8-D9BE-4C13-0483-E843C51CA16A}"/>
              </a:ext>
            </a:extLst>
          </p:cNvPr>
          <p:cNvSpPr>
            <a:spLocks noGrp="1"/>
          </p:cNvSpPr>
          <p:nvPr>
            <p:ph type="dt" sz="half" idx="10"/>
          </p:nvPr>
        </p:nvSpPr>
        <p:spPr/>
        <p:txBody>
          <a:bodyPr/>
          <a:lstStyle/>
          <a:p>
            <a:fld id="{6E1704C8-43E3-4F4F-BE90-356A640D5754}" type="datetimeFigureOut">
              <a:rPr lang="es-CL" smtClean="0"/>
              <a:t>02-06-2025</a:t>
            </a:fld>
            <a:endParaRPr lang="es-CL"/>
          </a:p>
        </p:txBody>
      </p:sp>
      <p:sp>
        <p:nvSpPr>
          <p:cNvPr id="6" name="Marcador de pie de página 5">
            <a:extLst>
              <a:ext uri="{FF2B5EF4-FFF2-40B4-BE49-F238E27FC236}">
                <a16:creationId xmlns:a16="http://schemas.microsoft.com/office/drawing/2014/main" id="{2ECF5C03-2790-90EB-0D65-AA62820C0CD5}"/>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7491F526-CDE5-755B-4A3F-50F807763AF1}"/>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3352846858"/>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9CF108-6B99-8CCE-C8FD-D995F9965A5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B0B922A-6156-2235-AA95-A8B8C02B33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F40D8F2-325E-B2D8-EDDA-56DE9D1F201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C58884F1-5F33-E36A-DEE4-9693FBE7DB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5DF08E0-1508-F512-337D-F5C8A5F0C35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A553ED18-81E3-9782-22CD-40D6A19098E9}"/>
              </a:ext>
            </a:extLst>
          </p:cNvPr>
          <p:cNvSpPr>
            <a:spLocks noGrp="1"/>
          </p:cNvSpPr>
          <p:nvPr>
            <p:ph type="dt" sz="half" idx="10"/>
          </p:nvPr>
        </p:nvSpPr>
        <p:spPr/>
        <p:txBody>
          <a:bodyPr/>
          <a:lstStyle/>
          <a:p>
            <a:fld id="{6E1704C8-43E3-4F4F-BE90-356A640D5754}" type="datetimeFigureOut">
              <a:rPr lang="es-CL" smtClean="0"/>
              <a:t>02-06-2025</a:t>
            </a:fld>
            <a:endParaRPr lang="es-CL"/>
          </a:p>
        </p:txBody>
      </p:sp>
      <p:sp>
        <p:nvSpPr>
          <p:cNvPr id="8" name="Marcador de pie de página 7">
            <a:extLst>
              <a:ext uri="{FF2B5EF4-FFF2-40B4-BE49-F238E27FC236}">
                <a16:creationId xmlns:a16="http://schemas.microsoft.com/office/drawing/2014/main" id="{F78D2E67-9BFA-E800-3A7E-8900D96D4AB2}"/>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056AEF8A-22F0-544A-1B96-40996F1A6F82}"/>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226304476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80A5D8-AC89-1289-2F04-0814CB9B163F}"/>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A703452B-17EB-394F-735B-5A921A58A383}"/>
              </a:ext>
            </a:extLst>
          </p:cNvPr>
          <p:cNvSpPr>
            <a:spLocks noGrp="1"/>
          </p:cNvSpPr>
          <p:nvPr>
            <p:ph type="dt" sz="half" idx="10"/>
          </p:nvPr>
        </p:nvSpPr>
        <p:spPr/>
        <p:txBody>
          <a:bodyPr/>
          <a:lstStyle/>
          <a:p>
            <a:fld id="{6E1704C8-43E3-4F4F-BE90-356A640D5754}" type="datetimeFigureOut">
              <a:rPr lang="es-CL" smtClean="0"/>
              <a:t>02-06-2025</a:t>
            </a:fld>
            <a:endParaRPr lang="es-CL"/>
          </a:p>
        </p:txBody>
      </p:sp>
      <p:sp>
        <p:nvSpPr>
          <p:cNvPr id="4" name="Marcador de pie de página 3">
            <a:extLst>
              <a:ext uri="{FF2B5EF4-FFF2-40B4-BE49-F238E27FC236}">
                <a16:creationId xmlns:a16="http://schemas.microsoft.com/office/drawing/2014/main" id="{A60A54D4-94C4-7743-43A2-1A52792A4A36}"/>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69886359-BA16-2E60-D21D-C9E1AD88B45E}"/>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3802827478"/>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9082406-6A57-2057-24EC-1A6C257A2E2A}"/>
              </a:ext>
            </a:extLst>
          </p:cNvPr>
          <p:cNvSpPr>
            <a:spLocks noGrp="1"/>
          </p:cNvSpPr>
          <p:nvPr>
            <p:ph type="dt" sz="half" idx="10"/>
          </p:nvPr>
        </p:nvSpPr>
        <p:spPr/>
        <p:txBody>
          <a:bodyPr/>
          <a:lstStyle/>
          <a:p>
            <a:fld id="{6E1704C8-43E3-4F4F-BE90-356A640D5754}" type="datetimeFigureOut">
              <a:rPr lang="es-CL" smtClean="0"/>
              <a:t>02-06-2025</a:t>
            </a:fld>
            <a:endParaRPr lang="es-CL"/>
          </a:p>
        </p:txBody>
      </p:sp>
      <p:sp>
        <p:nvSpPr>
          <p:cNvPr id="3" name="Marcador de pie de página 2">
            <a:extLst>
              <a:ext uri="{FF2B5EF4-FFF2-40B4-BE49-F238E27FC236}">
                <a16:creationId xmlns:a16="http://schemas.microsoft.com/office/drawing/2014/main" id="{4D4737A7-3975-9225-3AAC-282F9F4567A6}"/>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0758996F-BDE4-86FA-BD9D-DFCAB9143F7E}"/>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253576406"/>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5B1326-48D6-CCCF-9030-3AC9A67CDAC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7704BD84-4F55-3649-4756-7A4CE760D3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3F111F47-438E-ECB7-5D1F-CB07E54FD6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01E9545-DD0E-6A0B-2B88-934785A7ED75}"/>
              </a:ext>
            </a:extLst>
          </p:cNvPr>
          <p:cNvSpPr>
            <a:spLocks noGrp="1"/>
          </p:cNvSpPr>
          <p:nvPr>
            <p:ph type="dt" sz="half" idx="10"/>
          </p:nvPr>
        </p:nvSpPr>
        <p:spPr/>
        <p:txBody>
          <a:bodyPr/>
          <a:lstStyle/>
          <a:p>
            <a:fld id="{6E1704C8-43E3-4F4F-BE90-356A640D5754}" type="datetimeFigureOut">
              <a:rPr lang="es-CL" smtClean="0"/>
              <a:t>02-06-2025</a:t>
            </a:fld>
            <a:endParaRPr lang="es-CL"/>
          </a:p>
        </p:txBody>
      </p:sp>
      <p:sp>
        <p:nvSpPr>
          <p:cNvPr id="6" name="Marcador de pie de página 5">
            <a:extLst>
              <a:ext uri="{FF2B5EF4-FFF2-40B4-BE49-F238E27FC236}">
                <a16:creationId xmlns:a16="http://schemas.microsoft.com/office/drawing/2014/main" id="{D23CD897-12AF-A56D-CB14-1B41012DE2C7}"/>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29257B85-275B-F539-96E6-BF6C3F487D25}"/>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153514770"/>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5BFE8-4F8E-9F77-F45C-B4D870295BB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23CB21F6-368F-6F50-5C0D-6BE2DDE1E4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E012122B-29C5-7F4E-7EFB-41EF277FCE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17332B2-B78B-790B-184B-C7299CC48B23}"/>
              </a:ext>
            </a:extLst>
          </p:cNvPr>
          <p:cNvSpPr>
            <a:spLocks noGrp="1"/>
          </p:cNvSpPr>
          <p:nvPr>
            <p:ph type="dt" sz="half" idx="10"/>
          </p:nvPr>
        </p:nvSpPr>
        <p:spPr/>
        <p:txBody>
          <a:bodyPr/>
          <a:lstStyle/>
          <a:p>
            <a:fld id="{6E1704C8-43E3-4F4F-BE90-356A640D5754}" type="datetimeFigureOut">
              <a:rPr lang="es-CL" smtClean="0"/>
              <a:t>02-06-2025</a:t>
            </a:fld>
            <a:endParaRPr lang="es-CL"/>
          </a:p>
        </p:txBody>
      </p:sp>
      <p:sp>
        <p:nvSpPr>
          <p:cNvPr id="6" name="Marcador de pie de página 5">
            <a:extLst>
              <a:ext uri="{FF2B5EF4-FFF2-40B4-BE49-F238E27FC236}">
                <a16:creationId xmlns:a16="http://schemas.microsoft.com/office/drawing/2014/main" id="{761CBB3B-17B4-113F-AA5B-E804167ADCD8}"/>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1C8A1FFA-A66B-F32D-E3CE-2337B07F5FA1}"/>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4236603574"/>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CA4049-BEF3-0AFD-A19B-45FF1D82064D}"/>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44FD3394-1BB2-4A78-E0C2-B81E3B0A0CE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9FB1E014-02B1-2EA8-C324-69C0657119E1}"/>
              </a:ext>
            </a:extLst>
          </p:cNvPr>
          <p:cNvSpPr>
            <a:spLocks noGrp="1"/>
          </p:cNvSpPr>
          <p:nvPr>
            <p:ph type="dt" sz="half" idx="10"/>
          </p:nvPr>
        </p:nvSpPr>
        <p:spPr/>
        <p:txBody>
          <a:bodyPr/>
          <a:lstStyle/>
          <a:p>
            <a:fld id="{6E1704C8-43E3-4F4F-BE90-356A640D5754}" type="datetimeFigureOut">
              <a:rPr lang="es-CL" smtClean="0"/>
              <a:t>02-06-2025</a:t>
            </a:fld>
            <a:endParaRPr lang="es-CL"/>
          </a:p>
        </p:txBody>
      </p:sp>
      <p:sp>
        <p:nvSpPr>
          <p:cNvPr id="5" name="Marcador de pie de página 4">
            <a:extLst>
              <a:ext uri="{FF2B5EF4-FFF2-40B4-BE49-F238E27FC236}">
                <a16:creationId xmlns:a16="http://schemas.microsoft.com/office/drawing/2014/main" id="{15D9E46F-A5FD-E000-2817-06E54BC72CB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B5F151D9-94A1-87E1-B673-4D3D316B9078}"/>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085804739"/>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B72A6E5-A0E4-586A-8BAE-08F39AC9E9A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C8C75B9-2362-53B4-3282-7D8A22F0619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B97AA35-3C24-08C9-2992-BE0C70C5DAAA}"/>
              </a:ext>
            </a:extLst>
          </p:cNvPr>
          <p:cNvSpPr>
            <a:spLocks noGrp="1"/>
          </p:cNvSpPr>
          <p:nvPr>
            <p:ph type="dt" sz="half" idx="10"/>
          </p:nvPr>
        </p:nvSpPr>
        <p:spPr/>
        <p:txBody>
          <a:bodyPr/>
          <a:lstStyle/>
          <a:p>
            <a:fld id="{6E1704C8-43E3-4F4F-BE90-356A640D5754}" type="datetimeFigureOut">
              <a:rPr lang="es-CL" smtClean="0"/>
              <a:t>02-06-2025</a:t>
            </a:fld>
            <a:endParaRPr lang="es-CL"/>
          </a:p>
        </p:txBody>
      </p:sp>
      <p:sp>
        <p:nvSpPr>
          <p:cNvPr id="5" name="Marcador de pie de página 4">
            <a:extLst>
              <a:ext uri="{FF2B5EF4-FFF2-40B4-BE49-F238E27FC236}">
                <a16:creationId xmlns:a16="http://schemas.microsoft.com/office/drawing/2014/main" id="{59103D78-DCDD-276E-7575-A1992D704E5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9B60B15A-BAF6-5EBF-7331-0AFFFFABED0D}"/>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223337686"/>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48B6D4E-E3C2-3792-E3C4-2CBC2E052D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882E89E-FB21-817B-8050-7AD81F9CED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A3A1C48C-F8B6-B30A-3815-D7ADD14FF2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1704C8-43E3-4F4F-BE90-356A640D5754}" type="datetimeFigureOut">
              <a:rPr lang="es-CL" smtClean="0"/>
              <a:t>02-06-2025</a:t>
            </a:fld>
            <a:endParaRPr lang="es-CL"/>
          </a:p>
        </p:txBody>
      </p:sp>
      <p:sp>
        <p:nvSpPr>
          <p:cNvPr id="5" name="Marcador de pie de página 4">
            <a:extLst>
              <a:ext uri="{FF2B5EF4-FFF2-40B4-BE49-F238E27FC236}">
                <a16:creationId xmlns:a16="http://schemas.microsoft.com/office/drawing/2014/main" id="{C909214F-88E2-1045-9D0B-C2ECD481C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2D38CA17-DD6E-139F-6ED9-FAD83BB727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B2AF52-67EF-4B3A-939D-BC0B060810A1}" type="slidenum">
              <a:rPr lang="es-CL" smtClean="0"/>
              <a:t>‹Nº›</a:t>
            </a:fld>
            <a:endParaRPr lang="es-CL"/>
          </a:p>
        </p:txBody>
      </p:sp>
    </p:spTree>
    <p:extLst>
      <p:ext uri="{BB962C8B-B14F-4D97-AF65-F5344CB8AC3E}">
        <p14:creationId xmlns:p14="http://schemas.microsoft.com/office/powerpoint/2010/main" val="2756703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1" y="2707792"/>
            <a:ext cx="12191999" cy="1138773"/>
          </a:xfrm>
          <a:prstGeom prst="rect">
            <a:avLst/>
          </a:prstGeom>
          <a:noFill/>
        </p:spPr>
        <p:txBody>
          <a:bodyPr wrap="square" rtlCol="0">
            <a:spAutoFit/>
          </a:bodyPr>
          <a:lstStyle/>
          <a:p>
            <a:pPr algn="ctr"/>
            <a:r>
              <a:rPr lang="es-MX" sz="4400" dirty="0"/>
              <a:t>PROYECTO “</a:t>
            </a:r>
            <a:r>
              <a:rPr lang="es-MX" sz="4400" dirty="0" err="1"/>
              <a:t>Kindom</a:t>
            </a:r>
            <a:r>
              <a:rPr lang="es-MX" sz="4400" dirty="0"/>
              <a:t> </a:t>
            </a:r>
            <a:r>
              <a:rPr lang="es-MX" sz="4400" dirty="0" err="1"/>
              <a:t>Of</a:t>
            </a:r>
            <a:r>
              <a:rPr lang="es-MX" sz="4400" dirty="0"/>
              <a:t> </a:t>
            </a:r>
            <a:r>
              <a:rPr lang="es-MX" sz="4400" dirty="0" err="1"/>
              <a:t>The</a:t>
            </a:r>
            <a:r>
              <a:rPr lang="es-MX" sz="4400" dirty="0"/>
              <a:t> </a:t>
            </a:r>
            <a:r>
              <a:rPr lang="es-MX" sz="4400" dirty="0" err="1"/>
              <a:t>Food</a:t>
            </a:r>
            <a:r>
              <a:rPr lang="es-MX" sz="4400" dirty="0"/>
              <a:t>”</a:t>
            </a:r>
          </a:p>
          <a:p>
            <a:pPr algn="ctr"/>
            <a:r>
              <a:rPr lang="es-MX" sz="2400" dirty="0"/>
              <a:t>PRESENTACIÓN FINAL PORTAFOLIO DE TÍTULO</a:t>
            </a:r>
            <a:endParaRPr lang="es-CL" sz="2400" dirty="0"/>
          </a:p>
        </p:txBody>
      </p:sp>
    </p:spTree>
    <p:extLst>
      <p:ext uri="{BB962C8B-B14F-4D97-AF65-F5344CB8AC3E}">
        <p14:creationId xmlns:p14="http://schemas.microsoft.com/office/powerpoint/2010/main" val="2391963198"/>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Diagrama 4">
            <a:extLst>
              <a:ext uri="{FF2B5EF4-FFF2-40B4-BE49-F238E27FC236}">
                <a16:creationId xmlns:a16="http://schemas.microsoft.com/office/drawing/2014/main" id="{CD98BAAD-E67E-3FB9-220F-BD3AA3645FAD}"/>
              </a:ext>
            </a:extLst>
          </p:cNvPr>
          <p:cNvGraphicFramePr/>
          <p:nvPr>
            <p:extLst>
              <p:ext uri="{D42A27DB-BD31-4B8C-83A1-F6EECF244321}">
                <p14:modId xmlns:p14="http://schemas.microsoft.com/office/powerpoint/2010/main" val="881553808"/>
              </p:ext>
            </p:extLst>
          </p:nvPr>
        </p:nvGraphicFramePr>
        <p:xfrm>
          <a:off x="4121026" y="1710819"/>
          <a:ext cx="7633494" cy="43505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“NOMBRE DEL PROYECTO”</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238327" y="3058616"/>
            <a:ext cx="3608961" cy="1200329"/>
          </a:xfrm>
          <a:prstGeom prst="rect">
            <a:avLst/>
          </a:prstGeom>
          <a:noFill/>
        </p:spPr>
        <p:txBody>
          <a:bodyPr wrap="square" rtlCol="0">
            <a:spAutoFit/>
          </a:bodyPr>
          <a:lstStyle/>
          <a:p>
            <a:pPr algn="ctr"/>
            <a:r>
              <a:rPr lang="es-MX" sz="3600" dirty="0"/>
              <a:t>INTEGRANTES DEL PROYECTO</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681598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“NOMBRE DEL PROYECTO”</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130849"/>
            <a:ext cx="12191999" cy="646331"/>
          </a:xfrm>
          <a:prstGeom prst="rect">
            <a:avLst/>
          </a:prstGeom>
          <a:noFill/>
        </p:spPr>
        <p:txBody>
          <a:bodyPr wrap="square" rtlCol="0">
            <a:spAutoFit/>
          </a:bodyPr>
          <a:lstStyle/>
          <a:p>
            <a:pPr algn="ctr"/>
            <a:r>
              <a:rPr lang="es-MX" sz="3600" dirty="0"/>
              <a:t>DESCRIPCIÓN DEL PROYECTO</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3" name="Rectángulo: esquinas redondeadas 2">
            <a:extLst>
              <a:ext uri="{FF2B5EF4-FFF2-40B4-BE49-F238E27FC236}">
                <a16:creationId xmlns:a16="http://schemas.microsoft.com/office/drawing/2014/main" id="{5CB288BD-84B1-DF16-6004-32D5F8A61FF7}"/>
              </a:ext>
            </a:extLst>
          </p:cNvPr>
          <p:cNvSpPr/>
          <p:nvPr/>
        </p:nvSpPr>
        <p:spPr>
          <a:xfrm>
            <a:off x="714909" y="2169769"/>
            <a:ext cx="4348705" cy="4092601"/>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pPr lvl="0" algn="ctr"/>
            <a:r>
              <a:rPr lang="es-MX" sz="2800" u="sng" dirty="0"/>
              <a:t>Problema</a:t>
            </a:r>
          </a:p>
          <a:p>
            <a:pPr lvl="0" algn="ctr"/>
            <a:endParaRPr lang="es-MX" u="sng" dirty="0"/>
          </a:p>
          <a:p>
            <a:pPr algn="just"/>
            <a:r>
              <a:rPr lang="es-MX" sz="1600" dirty="0"/>
              <a:t>Los dueños del restaurant de comida rápida “</a:t>
            </a:r>
            <a:r>
              <a:rPr lang="es-MX" sz="1600" dirty="0" err="1"/>
              <a:t>Kindom</a:t>
            </a:r>
            <a:r>
              <a:rPr lang="es-MX" sz="1600" dirty="0"/>
              <a:t> </a:t>
            </a:r>
            <a:r>
              <a:rPr lang="es-MX" sz="1600" dirty="0" err="1"/>
              <a:t>of</a:t>
            </a:r>
            <a:r>
              <a:rPr lang="es-MX" sz="1600" dirty="0"/>
              <a:t> </a:t>
            </a:r>
            <a:r>
              <a:rPr lang="es-MX" sz="1600" dirty="0" err="1"/>
              <a:t>the</a:t>
            </a:r>
            <a:r>
              <a:rPr lang="es-MX" sz="1600" dirty="0"/>
              <a:t> </a:t>
            </a:r>
            <a:r>
              <a:rPr lang="es-MX" sz="1600" dirty="0" err="1"/>
              <a:t>food</a:t>
            </a:r>
            <a:r>
              <a:rPr lang="es-MX" sz="1600" dirty="0"/>
              <a:t>” están en etapa de crecimiento y para ello necesitan dedicar mucho más tiempo en su promoción en redes sociales, creación de nuevas cartas y captación de clientes. Pero actualmente deben hacerse cargo de la gestión completa del restaurant, teniendo que repartir sus horas disponibles en la atención de los clientes, hacer inventario y comprar insumos, </a:t>
            </a:r>
            <a:r>
              <a:rPr lang="es-MX" sz="1600" dirty="0" err="1"/>
              <a:t>dejandolos</a:t>
            </a:r>
            <a:r>
              <a:rPr lang="es-MX" sz="1600" dirty="0"/>
              <a:t> así sin tiempo para seguir creciendo y ganar más dinero con su restaurant</a:t>
            </a:r>
            <a:endParaRPr lang="es-CL" sz="1600" dirty="0"/>
          </a:p>
          <a:p>
            <a:pPr lvl="0" algn="ctr"/>
            <a:endParaRPr lang="es-CL" sz="1800" u="sng" dirty="0"/>
          </a:p>
        </p:txBody>
      </p:sp>
      <p:sp>
        <p:nvSpPr>
          <p:cNvPr id="4" name="Rectángulo: esquinas redondeadas 3">
            <a:extLst>
              <a:ext uri="{FF2B5EF4-FFF2-40B4-BE49-F238E27FC236}">
                <a16:creationId xmlns:a16="http://schemas.microsoft.com/office/drawing/2014/main" id="{DDC84C5C-77A0-B2A2-F0BB-8A7713B865EA}"/>
              </a:ext>
            </a:extLst>
          </p:cNvPr>
          <p:cNvSpPr/>
          <p:nvPr/>
        </p:nvSpPr>
        <p:spPr>
          <a:xfrm>
            <a:off x="6912079" y="2177325"/>
            <a:ext cx="4348705" cy="4092601"/>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pPr lvl="0" algn="ctr"/>
            <a:r>
              <a:rPr lang="es-MX" sz="2800" u="sng" dirty="0"/>
              <a:t>Propuesta de solución</a:t>
            </a:r>
          </a:p>
          <a:p>
            <a:pPr lvl="0" algn="ctr"/>
            <a:endParaRPr lang="es-MX" u="sng" dirty="0"/>
          </a:p>
          <a:p>
            <a:pPr lvl="0" algn="just"/>
            <a:r>
              <a:rPr lang="es-CL" sz="1400" dirty="0"/>
              <a:t>Nuestra propuesta es crear un sistema de modalidad aplicación web que le permita a los dueños dividir tareas a la hora de atender al cliente entre administrador, cajero y cocinero. Con ello todos pueden abocarse a una sola tarea. En segunda instancia, nuestra app podrá llevar un conteo del stock en tiempo real, facilitando la tarea de realizar un inventario diario o semanal. Con ello también, el sistema le indicará al administrador cual es el producto que más ventas tiene y genera con el fin de hacer el mercadeo del restaurant de manera automática. Al mismo  tiempo que genera una boleta electrónica para el cliente. Reduciendo así el tiempo dedicado para todas estas tareas.</a:t>
            </a:r>
          </a:p>
        </p:txBody>
      </p:sp>
      <p:sp>
        <p:nvSpPr>
          <p:cNvPr id="8" name="Flecha: a la derecha 7">
            <a:extLst>
              <a:ext uri="{FF2B5EF4-FFF2-40B4-BE49-F238E27FC236}">
                <a16:creationId xmlns:a16="http://schemas.microsoft.com/office/drawing/2014/main" id="{E4B09E7F-FBE6-31BF-0C0F-DD32DBE05724}"/>
              </a:ext>
            </a:extLst>
          </p:cNvPr>
          <p:cNvSpPr/>
          <p:nvPr/>
        </p:nvSpPr>
        <p:spPr>
          <a:xfrm>
            <a:off x="5456903" y="3736258"/>
            <a:ext cx="1140542" cy="7570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77573075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“NOMBRE DEL PROYECTO”</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384304"/>
            <a:ext cx="12191999" cy="646331"/>
          </a:xfrm>
          <a:prstGeom prst="rect">
            <a:avLst/>
          </a:prstGeom>
          <a:noFill/>
        </p:spPr>
        <p:txBody>
          <a:bodyPr wrap="square" rtlCol="0">
            <a:spAutoFit/>
          </a:bodyPr>
          <a:lstStyle/>
          <a:p>
            <a:pPr algn="ctr"/>
            <a:r>
              <a:rPr lang="es-MX" sz="3600" dirty="0"/>
              <a:t>Objetivo General</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2" name="CuadroTexto 1">
            <a:extLst>
              <a:ext uri="{FF2B5EF4-FFF2-40B4-BE49-F238E27FC236}">
                <a16:creationId xmlns:a16="http://schemas.microsoft.com/office/drawing/2014/main" id="{733B57D9-BF13-9372-D021-14655CF00C4C}"/>
              </a:ext>
            </a:extLst>
          </p:cNvPr>
          <p:cNvSpPr txBox="1"/>
          <p:nvPr/>
        </p:nvSpPr>
        <p:spPr>
          <a:xfrm>
            <a:off x="1" y="4082446"/>
            <a:ext cx="12191999" cy="646331"/>
          </a:xfrm>
          <a:prstGeom prst="rect">
            <a:avLst/>
          </a:prstGeom>
          <a:noFill/>
        </p:spPr>
        <p:txBody>
          <a:bodyPr wrap="square" rtlCol="0">
            <a:spAutoFit/>
          </a:bodyPr>
          <a:lstStyle/>
          <a:p>
            <a:pPr algn="ctr"/>
            <a:r>
              <a:rPr lang="es-MX" sz="3600" dirty="0"/>
              <a:t>Objetivos Específicos</a:t>
            </a:r>
            <a:endParaRPr lang="es-CL" dirty="0"/>
          </a:p>
        </p:txBody>
      </p:sp>
      <p:sp>
        <p:nvSpPr>
          <p:cNvPr id="3" name="Rectángulo: esquinas redondeadas 2">
            <a:extLst>
              <a:ext uri="{FF2B5EF4-FFF2-40B4-BE49-F238E27FC236}">
                <a16:creationId xmlns:a16="http://schemas.microsoft.com/office/drawing/2014/main" id="{08D4A171-2FE3-5173-34E6-9DC3D74E7376}"/>
              </a:ext>
            </a:extLst>
          </p:cNvPr>
          <p:cNvSpPr/>
          <p:nvPr/>
        </p:nvSpPr>
        <p:spPr>
          <a:xfrm>
            <a:off x="614515" y="2040571"/>
            <a:ext cx="10962967" cy="157522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MX" dirty="0"/>
              <a:t>Reducir el tiempo que dedican los dueños del restaurant en las tareas cotidianas para que puedan enfocarse en su etapa de crecimiento.</a:t>
            </a:r>
            <a:endParaRPr lang="es-CL" dirty="0"/>
          </a:p>
        </p:txBody>
      </p:sp>
      <p:sp>
        <p:nvSpPr>
          <p:cNvPr id="4" name="Rectángulo: esquinas redondeadas 3">
            <a:extLst>
              <a:ext uri="{FF2B5EF4-FFF2-40B4-BE49-F238E27FC236}">
                <a16:creationId xmlns:a16="http://schemas.microsoft.com/office/drawing/2014/main" id="{7E63425F-86F4-531E-E0F5-7A349604A51E}"/>
              </a:ext>
            </a:extLst>
          </p:cNvPr>
          <p:cNvSpPr/>
          <p:nvPr/>
        </p:nvSpPr>
        <p:spPr>
          <a:xfrm>
            <a:off x="614514" y="4732407"/>
            <a:ext cx="10962967" cy="157522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CL" dirty="0"/>
              <a:t>Agilizar los tiempos en cajas a la hora de atender clientes, para ellos se realiza un sistema rápido a la hora de seleccionar los productos, se generará un voucher electrónico para agilizar la realización de este de manera manual. El sistema llevará un conteo de stock de manera que la realización del inventario ahora lleve mucho menos tiempo y por último el sistema le indicará al usuario cual es el plato que más ventas genera con el fin de que él lo potencie.</a:t>
            </a:r>
          </a:p>
        </p:txBody>
      </p:sp>
    </p:spTree>
    <p:extLst>
      <p:ext uri="{BB962C8B-B14F-4D97-AF65-F5344CB8AC3E}">
        <p14:creationId xmlns:p14="http://schemas.microsoft.com/office/powerpoint/2010/main" val="271766978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“NOMBRE DEL PROYECTO”</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432655"/>
            <a:ext cx="12191999" cy="646331"/>
          </a:xfrm>
          <a:prstGeom prst="rect">
            <a:avLst/>
          </a:prstGeom>
          <a:noFill/>
        </p:spPr>
        <p:txBody>
          <a:bodyPr wrap="square" rtlCol="0">
            <a:spAutoFit/>
          </a:bodyPr>
          <a:lstStyle/>
          <a:p>
            <a:pPr algn="ctr"/>
            <a:r>
              <a:rPr lang="es-MX" sz="3600" dirty="0"/>
              <a:t>Alcances y limitaciones del proyecto</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2" name="Rectángulo: esquinas redondeadas 1">
            <a:extLst>
              <a:ext uri="{FF2B5EF4-FFF2-40B4-BE49-F238E27FC236}">
                <a16:creationId xmlns:a16="http://schemas.microsoft.com/office/drawing/2014/main" id="{726AF9D3-6A4B-7AAB-5667-36553FF45D2A}"/>
              </a:ext>
            </a:extLst>
          </p:cNvPr>
          <p:cNvSpPr/>
          <p:nvPr/>
        </p:nvSpPr>
        <p:spPr>
          <a:xfrm>
            <a:off x="365133" y="2276100"/>
            <a:ext cx="10962967" cy="359822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s-CL" dirty="0"/>
          </a:p>
        </p:txBody>
      </p:sp>
    </p:spTree>
    <p:extLst>
      <p:ext uri="{BB962C8B-B14F-4D97-AF65-F5344CB8AC3E}">
        <p14:creationId xmlns:p14="http://schemas.microsoft.com/office/powerpoint/2010/main" val="329995646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“NOMBRE DEL PROYECTO”</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432655"/>
            <a:ext cx="12191999" cy="646331"/>
          </a:xfrm>
          <a:prstGeom prst="rect">
            <a:avLst/>
          </a:prstGeom>
          <a:noFill/>
        </p:spPr>
        <p:txBody>
          <a:bodyPr wrap="square" rtlCol="0">
            <a:spAutoFit/>
          </a:bodyPr>
          <a:lstStyle/>
          <a:p>
            <a:pPr algn="ctr"/>
            <a:r>
              <a:rPr lang="es-MX" sz="3600" dirty="0"/>
              <a:t>Metodología de trabajo para el desarrollo del proyecto</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2" name="Rectángulo: esquinas redondeadas 1">
            <a:extLst>
              <a:ext uri="{FF2B5EF4-FFF2-40B4-BE49-F238E27FC236}">
                <a16:creationId xmlns:a16="http://schemas.microsoft.com/office/drawing/2014/main" id="{29119A79-28FC-7D68-77E8-0333270915D1}"/>
              </a:ext>
            </a:extLst>
          </p:cNvPr>
          <p:cNvSpPr/>
          <p:nvPr/>
        </p:nvSpPr>
        <p:spPr>
          <a:xfrm>
            <a:off x="614515" y="2040572"/>
            <a:ext cx="10962967" cy="359822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s-CL" dirty="0"/>
          </a:p>
        </p:txBody>
      </p:sp>
    </p:spTree>
    <p:extLst>
      <p:ext uri="{BB962C8B-B14F-4D97-AF65-F5344CB8AC3E}">
        <p14:creationId xmlns:p14="http://schemas.microsoft.com/office/powerpoint/2010/main" val="396419974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“NOMBRE DEL PROYECTO”</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1" y="1155656"/>
            <a:ext cx="12191999" cy="892552"/>
          </a:xfrm>
          <a:prstGeom prst="rect">
            <a:avLst/>
          </a:prstGeom>
          <a:noFill/>
        </p:spPr>
        <p:txBody>
          <a:bodyPr wrap="square" rtlCol="0">
            <a:spAutoFit/>
          </a:bodyPr>
          <a:lstStyle/>
          <a:p>
            <a:pPr algn="ctr"/>
            <a:r>
              <a:rPr lang="es-MX" sz="3600" dirty="0"/>
              <a:t>Cronograma para el desarrollo del proyecto</a:t>
            </a:r>
          </a:p>
          <a:p>
            <a:pPr algn="ctr"/>
            <a:r>
              <a:rPr lang="es-MX" sz="1600" dirty="0">
                <a:solidFill>
                  <a:schemeClr val="bg2">
                    <a:lumMod val="50000"/>
                  </a:schemeClr>
                </a:solidFill>
              </a:rPr>
              <a:t>* Utilizar cronograma de inicio, indicando el cumplimiento al término del proyecto </a:t>
            </a:r>
            <a:endParaRPr lang="es-CL" sz="1000" dirty="0">
              <a:solidFill>
                <a:schemeClr val="bg2">
                  <a:lumMod val="50000"/>
                </a:schemeClr>
              </a:solidFill>
            </a:endParaRP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graphicFrame>
        <p:nvGraphicFramePr>
          <p:cNvPr id="4" name="Tabla 3">
            <a:extLst>
              <a:ext uri="{FF2B5EF4-FFF2-40B4-BE49-F238E27FC236}">
                <a16:creationId xmlns:a16="http://schemas.microsoft.com/office/drawing/2014/main" id="{7BB5CADE-DDA2-A4F7-629E-7AEEB49F57D7}"/>
              </a:ext>
            </a:extLst>
          </p:cNvPr>
          <p:cNvGraphicFramePr>
            <a:graphicFrameLocks noGrp="1"/>
          </p:cNvGraphicFramePr>
          <p:nvPr>
            <p:extLst>
              <p:ext uri="{D42A27DB-BD31-4B8C-83A1-F6EECF244321}">
                <p14:modId xmlns:p14="http://schemas.microsoft.com/office/powerpoint/2010/main" val="3560750566"/>
              </p:ext>
            </p:extLst>
          </p:nvPr>
        </p:nvGraphicFramePr>
        <p:xfrm>
          <a:off x="1248696" y="2595717"/>
          <a:ext cx="10235372" cy="3618273"/>
        </p:xfrm>
        <a:graphic>
          <a:graphicData uri="http://schemas.openxmlformats.org/drawingml/2006/table">
            <a:tbl>
              <a:tblPr firstRow="1" firstCol="1" bandRow="1"/>
              <a:tblGrid>
                <a:gridCol w="1245540">
                  <a:extLst>
                    <a:ext uri="{9D8B030D-6E8A-4147-A177-3AD203B41FA5}">
                      <a16:colId xmlns:a16="http://schemas.microsoft.com/office/drawing/2014/main" val="1385875515"/>
                    </a:ext>
                  </a:extLst>
                </a:gridCol>
                <a:gridCol w="494161">
                  <a:extLst>
                    <a:ext uri="{9D8B030D-6E8A-4147-A177-3AD203B41FA5}">
                      <a16:colId xmlns:a16="http://schemas.microsoft.com/office/drawing/2014/main" val="3026825544"/>
                    </a:ext>
                  </a:extLst>
                </a:gridCol>
                <a:gridCol w="482175">
                  <a:extLst>
                    <a:ext uri="{9D8B030D-6E8A-4147-A177-3AD203B41FA5}">
                      <a16:colId xmlns:a16="http://schemas.microsoft.com/office/drawing/2014/main" val="3982458150"/>
                    </a:ext>
                  </a:extLst>
                </a:gridCol>
                <a:gridCol w="484940">
                  <a:extLst>
                    <a:ext uri="{9D8B030D-6E8A-4147-A177-3AD203B41FA5}">
                      <a16:colId xmlns:a16="http://schemas.microsoft.com/office/drawing/2014/main" val="2813336322"/>
                    </a:ext>
                  </a:extLst>
                </a:gridCol>
                <a:gridCol w="484940">
                  <a:extLst>
                    <a:ext uri="{9D8B030D-6E8A-4147-A177-3AD203B41FA5}">
                      <a16:colId xmlns:a16="http://schemas.microsoft.com/office/drawing/2014/main" val="666810208"/>
                    </a:ext>
                  </a:extLst>
                </a:gridCol>
                <a:gridCol w="482175">
                  <a:extLst>
                    <a:ext uri="{9D8B030D-6E8A-4147-A177-3AD203B41FA5}">
                      <a16:colId xmlns:a16="http://schemas.microsoft.com/office/drawing/2014/main" val="441682826"/>
                    </a:ext>
                  </a:extLst>
                </a:gridCol>
                <a:gridCol w="482175">
                  <a:extLst>
                    <a:ext uri="{9D8B030D-6E8A-4147-A177-3AD203B41FA5}">
                      <a16:colId xmlns:a16="http://schemas.microsoft.com/office/drawing/2014/main" val="1853034618"/>
                    </a:ext>
                  </a:extLst>
                </a:gridCol>
                <a:gridCol w="482175">
                  <a:extLst>
                    <a:ext uri="{9D8B030D-6E8A-4147-A177-3AD203B41FA5}">
                      <a16:colId xmlns:a16="http://schemas.microsoft.com/office/drawing/2014/main" val="161666760"/>
                    </a:ext>
                  </a:extLst>
                </a:gridCol>
                <a:gridCol w="482175">
                  <a:extLst>
                    <a:ext uri="{9D8B030D-6E8A-4147-A177-3AD203B41FA5}">
                      <a16:colId xmlns:a16="http://schemas.microsoft.com/office/drawing/2014/main" val="2597728732"/>
                    </a:ext>
                  </a:extLst>
                </a:gridCol>
                <a:gridCol w="482175">
                  <a:extLst>
                    <a:ext uri="{9D8B030D-6E8A-4147-A177-3AD203B41FA5}">
                      <a16:colId xmlns:a16="http://schemas.microsoft.com/office/drawing/2014/main" val="3367593723"/>
                    </a:ext>
                  </a:extLst>
                </a:gridCol>
                <a:gridCol w="482175">
                  <a:extLst>
                    <a:ext uri="{9D8B030D-6E8A-4147-A177-3AD203B41FA5}">
                      <a16:colId xmlns:a16="http://schemas.microsoft.com/office/drawing/2014/main" val="1610561930"/>
                    </a:ext>
                  </a:extLst>
                </a:gridCol>
                <a:gridCol w="482175">
                  <a:extLst>
                    <a:ext uri="{9D8B030D-6E8A-4147-A177-3AD203B41FA5}">
                      <a16:colId xmlns:a16="http://schemas.microsoft.com/office/drawing/2014/main" val="4078685469"/>
                    </a:ext>
                  </a:extLst>
                </a:gridCol>
                <a:gridCol w="484017">
                  <a:extLst>
                    <a:ext uri="{9D8B030D-6E8A-4147-A177-3AD203B41FA5}">
                      <a16:colId xmlns:a16="http://schemas.microsoft.com/office/drawing/2014/main" val="1033199576"/>
                    </a:ext>
                  </a:extLst>
                </a:gridCol>
                <a:gridCol w="484017">
                  <a:extLst>
                    <a:ext uri="{9D8B030D-6E8A-4147-A177-3AD203B41FA5}">
                      <a16:colId xmlns:a16="http://schemas.microsoft.com/office/drawing/2014/main" val="3244852290"/>
                    </a:ext>
                  </a:extLst>
                </a:gridCol>
                <a:gridCol w="484017">
                  <a:extLst>
                    <a:ext uri="{9D8B030D-6E8A-4147-A177-3AD203B41FA5}">
                      <a16:colId xmlns:a16="http://schemas.microsoft.com/office/drawing/2014/main" val="2661357519"/>
                    </a:ext>
                  </a:extLst>
                </a:gridCol>
                <a:gridCol w="484017">
                  <a:extLst>
                    <a:ext uri="{9D8B030D-6E8A-4147-A177-3AD203B41FA5}">
                      <a16:colId xmlns:a16="http://schemas.microsoft.com/office/drawing/2014/main" val="1629908258"/>
                    </a:ext>
                  </a:extLst>
                </a:gridCol>
                <a:gridCol w="484017">
                  <a:extLst>
                    <a:ext uri="{9D8B030D-6E8A-4147-A177-3AD203B41FA5}">
                      <a16:colId xmlns:a16="http://schemas.microsoft.com/office/drawing/2014/main" val="2147780406"/>
                    </a:ext>
                  </a:extLst>
                </a:gridCol>
                <a:gridCol w="140136">
                  <a:extLst>
                    <a:ext uri="{9D8B030D-6E8A-4147-A177-3AD203B41FA5}">
                      <a16:colId xmlns:a16="http://schemas.microsoft.com/office/drawing/2014/main" val="2368806540"/>
                    </a:ext>
                  </a:extLst>
                </a:gridCol>
                <a:gridCol w="484017">
                  <a:extLst>
                    <a:ext uri="{9D8B030D-6E8A-4147-A177-3AD203B41FA5}">
                      <a16:colId xmlns:a16="http://schemas.microsoft.com/office/drawing/2014/main" val="3867265020"/>
                    </a:ext>
                  </a:extLst>
                </a:gridCol>
                <a:gridCol w="484017">
                  <a:extLst>
                    <a:ext uri="{9D8B030D-6E8A-4147-A177-3AD203B41FA5}">
                      <a16:colId xmlns:a16="http://schemas.microsoft.com/office/drawing/2014/main" val="3959863927"/>
                    </a:ext>
                  </a:extLst>
                </a:gridCol>
                <a:gridCol w="140136">
                  <a:extLst>
                    <a:ext uri="{9D8B030D-6E8A-4147-A177-3AD203B41FA5}">
                      <a16:colId xmlns:a16="http://schemas.microsoft.com/office/drawing/2014/main" val="366369285"/>
                    </a:ext>
                  </a:extLst>
                </a:gridCol>
              </a:tblGrid>
              <a:tr h="524466">
                <a:tc rowSpan="2">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Actividad</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gridSpan="4">
                  <a:txBody>
                    <a:bodyPr/>
                    <a:lstStyle/>
                    <a:p>
                      <a:pPr algn="ctr">
                        <a:lnSpc>
                          <a:spcPct val="150000"/>
                        </a:lnSpc>
                        <a:spcAft>
                          <a:spcPts val="800"/>
                        </a:spcAft>
                      </a:pPr>
                      <a:r>
                        <a:rPr lang="es-CL" sz="8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Fase 1</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2EFD9"/>
                    </a:solidFill>
                  </a:tcPr>
                </a:tc>
                <a:tc hMerge="1">
                  <a:txBody>
                    <a:bodyPr/>
                    <a:lstStyle/>
                    <a:p>
                      <a:endParaRPr lang="es-CL"/>
                    </a:p>
                  </a:txBody>
                  <a:tcPr/>
                </a:tc>
                <a:tc hMerge="1">
                  <a:txBody>
                    <a:bodyPr/>
                    <a:lstStyle/>
                    <a:p>
                      <a:endParaRPr lang="es-CL"/>
                    </a:p>
                  </a:txBody>
                  <a:tcPr/>
                </a:tc>
                <a:tc hMerge="1">
                  <a:txBody>
                    <a:bodyPr/>
                    <a:lstStyle/>
                    <a:p>
                      <a:endParaRPr lang="es-CL"/>
                    </a:p>
                  </a:txBody>
                  <a:tcPr/>
                </a:tc>
                <a:tc gridSpan="12">
                  <a:txBody>
                    <a:bodyPr/>
                    <a:lstStyle/>
                    <a:p>
                      <a:pPr algn="ctr">
                        <a:lnSpc>
                          <a:spcPct val="150000"/>
                        </a:lnSpc>
                        <a:spcAft>
                          <a:spcPts val="800"/>
                        </a:spcAft>
                      </a:pPr>
                      <a:r>
                        <a:rPr lang="es-CL" sz="8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Fase 2</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2CC"/>
                    </a:solidFill>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gridSpan="4">
                  <a:txBody>
                    <a:bodyPr/>
                    <a:lstStyle/>
                    <a:p>
                      <a:pPr algn="ctr">
                        <a:lnSpc>
                          <a:spcPct val="150000"/>
                        </a:lnSpc>
                        <a:spcAft>
                          <a:spcPts val="800"/>
                        </a:spcAft>
                      </a:pPr>
                      <a:r>
                        <a:rPr lang="es-CL" sz="8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Fase 3</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4D5"/>
                    </a:solidFill>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653283734"/>
                  </a:ext>
                </a:extLst>
              </a:tr>
              <a:tr h="540519">
                <a:tc vMerge="1">
                  <a:txBody>
                    <a:bodyPr/>
                    <a:lstStyle/>
                    <a:p>
                      <a:endParaRPr lang="es-CL"/>
                    </a:p>
                  </a:txBody>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2</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3</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4</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5</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6</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7</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8</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9</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10</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11</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12</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13</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14</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15</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gridSpan="2">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16</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hMerge="1">
                  <a:txBody>
                    <a:bodyPr/>
                    <a:lstStyle/>
                    <a:p>
                      <a:endParaRPr lang="es-CL"/>
                    </a:p>
                  </a:txBody>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17</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18</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nSpc>
                          <a:spcPct val="107000"/>
                        </a:lnSpc>
                        <a:spcAft>
                          <a:spcPts val="800"/>
                        </a:spcAft>
                      </a:pPr>
                      <a:r>
                        <a:rPr lang="es-CL" sz="1100">
                          <a:effectLst/>
                          <a:latin typeface="Calibri" panose="020F0502020204030204" pitchFamily="34" charset="0"/>
                          <a:ea typeface="Calibri" panose="020F0502020204030204" pitchFamily="34" charset="0"/>
                          <a:cs typeface="Times New Roman" panose="02020603050405020304" pitchFamily="18" charset="0"/>
                        </a:rPr>
                        <a:t> </a:t>
                      </a:r>
                    </a:p>
                  </a:txBody>
                  <a:tcPr marL="0" marR="0" marT="0" marB="0" anchor="ctr">
                    <a:lnL w="12700" cap="flat" cmpd="sng" algn="ctr">
                      <a:solidFill>
                        <a:srgbClr val="BFBFBF"/>
                      </a:solidFill>
                      <a:prstDash val="solid"/>
                      <a:round/>
                      <a:headEnd type="none" w="med" len="med"/>
                      <a:tailEnd type="none" w="med" len="med"/>
                    </a:lnL>
                    <a:lnR>
                      <a:noFill/>
                    </a:lnR>
                    <a:lnT w="12700" cap="flat" cmpd="sng" algn="ctr">
                      <a:solidFill>
                        <a:srgbClr val="BFBFBF"/>
                      </a:solidFill>
                      <a:prstDash val="solid"/>
                      <a:round/>
                      <a:headEnd type="none" w="med" len="med"/>
                      <a:tailEnd type="none" w="med" len="med"/>
                    </a:lnT>
                    <a:lnB>
                      <a:noFill/>
                    </a:lnB>
                  </a:tcPr>
                </a:tc>
                <a:extLst>
                  <a:ext uri="{0D108BD9-81ED-4DB2-BD59-A6C34878D82A}">
                    <a16:rowId xmlns:a16="http://schemas.microsoft.com/office/drawing/2014/main" val="3420616602"/>
                  </a:ext>
                </a:extLst>
              </a:tr>
              <a:tr h="1488303">
                <a:tc>
                  <a:txBody>
                    <a:bodyPr/>
                    <a:lstStyle/>
                    <a:p>
                      <a:pPr algn="just">
                        <a:lnSpc>
                          <a:spcPct val="150000"/>
                        </a:lnSpc>
                        <a:spcAft>
                          <a:spcPts val="800"/>
                        </a:spcAft>
                      </a:pPr>
                      <a:r>
                        <a:rPr lang="es-CL" sz="800" i="1">
                          <a:solidFill>
                            <a:srgbClr val="548DD4"/>
                          </a:solidFill>
                          <a:effectLst/>
                          <a:latin typeface="Calibri" panose="020F0502020204030204" pitchFamily="34" charset="0"/>
                          <a:ea typeface="Calibri" panose="020F0502020204030204" pitchFamily="34" charset="0"/>
                          <a:cs typeface="Arial" panose="020B0604020202020204" pitchFamily="34" charset="0"/>
                        </a:rPr>
                        <a:t>Describe actividades del punto anterior</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gridSpan="2">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hMerge="1">
                  <a:txBody>
                    <a:bodyPr/>
                    <a:lstStyle/>
                    <a:p>
                      <a:endParaRPr lang="es-CL"/>
                    </a:p>
                  </a:txBody>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nSpc>
                          <a:spcPct val="107000"/>
                        </a:lnSpc>
                        <a:spcAft>
                          <a:spcPts val="800"/>
                        </a:spcAft>
                      </a:pPr>
                      <a:r>
                        <a:rPr lang="es-CL" sz="1100">
                          <a:effectLst/>
                          <a:latin typeface="Calibri" panose="020F0502020204030204" pitchFamily="34" charset="0"/>
                          <a:ea typeface="Calibri" panose="020F0502020204030204" pitchFamily="34" charset="0"/>
                          <a:cs typeface="Times New Roman" panose="02020603050405020304" pitchFamily="18" charset="0"/>
                        </a:rPr>
                        <a:t> </a:t>
                      </a: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457018220"/>
                  </a:ext>
                </a:extLst>
              </a:tr>
              <a:tr h="540519">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gridSpan="2">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hMerge="1">
                  <a:txBody>
                    <a:bodyPr/>
                    <a:lstStyle/>
                    <a:p>
                      <a:endParaRPr lang="es-CL"/>
                    </a:p>
                  </a:txBody>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nSpc>
                          <a:spcPct val="107000"/>
                        </a:lnSpc>
                        <a:spcAft>
                          <a:spcPts val="800"/>
                        </a:spcAft>
                      </a:pPr>
                      <a:r>
                        <a:rPr lang="es-CL" sz="1100">
                          <a:effectLst/>
                          <a:latin typeface="Calibri" panose="020F0502020204030204" pitchFamily="34" charset="0"/>
                          <a:ea typeface="Calibri" panose="020F0502020204030204" pitchFamily="34" charset="0"/>
                          <a:cs typeface="Times New Roman" panose="02020603050405020304" pitchFamily="18" charset="0"/>
                        </a:rPr>
                        <a:t> </a:t>
                      </a: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031361947"/>
                  </a:ext>
                </a:extLst>
              </a:tr>
              <a:tr h="524466">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gridSpan="2">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hMerge="1">
                  <a:txBody>
                    <a:bodyPr/>
                    <a:lstStyle/>
                    <a:p>
                      <a:endParaRPr lang="es-CL"/>
                    </a:p>
                  </a:txBody>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nSpc>
                          <a:spcPct val="107000"/>
                        </a:lnSpc>
                        <a:spcAft>
                          <a:spcPts val="800"/>
                        </a:spcAft>
                      </a:pPr>
                      <a:r>
                        <a:rPr lang="es-CL" sz="1100" dirty="0">
                          <a:effectLst/>
                          <a:latin typeface="Calibri" panose="020F0502020204030204" pitchFamily="34" charset="0"/>
                          <a:ea typeface="Calibri" panose="020F0502020204030204" pitchFamily="34" charset="0"/>
                          <a:cs typeface="Times New Roman" panose="02020603050405020304" pitchFamily="18" charset="0"/>
                        </a:rPr>
                        <a:t> </a:t>
                      </a: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523495216"/>
                  </a:ext>
                </a:extLst>
              </a:tr>
            </a:tbl>
          </a:graphicData>
        </a:graphic>
      </p:graphicFrame>
    </p:spTree>
    <p:extLst>
      <p:ext uri="{BB962C8B-B14F-4D97-AF65-F5344CB8AC3E}">
        <p14:creationId xmlns:p14="http://schemas.microsoft.com/office/powerpoint/2010/main" val="332431338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“NOMBRE DEL PROYECTO”</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432655"/>
            <a:ext cx="12191999" cy="1015663"/>
          </a:xfrm>
          <a:prstGeom prst="rect">
            <a:avLst/>
          </a:prstGeom>
          <a:noFill/>
        </p:spPr>
        <p:txBody>
          <a:bodyPr wrap="square" rtlCol="0">
            <a:spAutoFit/>
          </a:bodyPr>
          <a:lstStyle/>
          <a:p>
            <a:pPr algn="ctr"/>
            <a:r>
              <a:rPr lang="es-MX" sz="3600" dirty="0"/>
              <a:t>Arquitectura del software</a:t>
            </a:r>
          </a:p>
          <a:p>
            <a:pPr algn="ctr"/>
            <a:r>
              <a:rPr lang="es-MX" sz="2400" dirty="0">
                <a:solidFill>
                  <a:schemeClr val="bg2">
                    <a:lumMod val="50000"/>
                  </a:schemeClr>
                </a:solidFill>
              </a:rPr>
              <a:t>*Presentar esquema</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049146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“NOMBRE DEL PROYECTO”</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432655"/>
            <a:ext cx="12191999" cy="646331"/>
          </a:xfrm>
          <a:prstGeom prst="rect">
            <a:avLst/>
          </a:prstGeom>
          <a:noFill/>
        </p:spPr>
        <p:txBody>
          <a:bodyPr wrap="square" rtlCol="0">
            <a:spAutoFit/>
          </a:bodyPr>
          <a:lstStyle/>
          <a:p>
            <a:pPr algn="ctr"/>
            <a:r>
              <a:rPr lang="es-MX" sz="3600" dirty="0"/>
              <a:t>Modelo de datos</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457618"/>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“NOMBRE DEL PROYECTO”</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432655"/>
            <a:ext cx="12191999" cy="646331"/>
          </a:xfrm>
          <a:prstGeom prst="rect">
            <a:avLst/>
          </a:prstGeom>
          <a:noFill/>
        </p:spPr>
        <p:txBody>
          <a:bodyPr wrap="square" rtlCol="0">
            <a:spAutoFit/>
          </a:bodyPr>
          <a:lstStyle/>
          <a:p>
            <a:pPr algn="ctr"/>
            <a:r>
              <a:rPr lang="es-MX" sz="3600" dirty="0"/>
              <a:t>Tecnologías utilizadas</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5368746"/>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1" y="2707792"/>
            <a:ext cx="12191999" cy="1138773"/>
          </a:xfrm>
          <a:prstGeom prst="rect">
            <a:avLst/>
          </a:prstGeom>
          <a:noFill/>
        </p:spPr>
        <p:txBody>
          <a:bodyPr wrap="square" rtlCol="0">
            <a:spAutoFit/>
          </a:bodyPr>
          <a:lstStyle/>
          <a:p>
            <a:pPr algn="ctr"/>
            <a:r>
              <a:rPr lang="es-MX" sz="4400" dirty="0"/>
              <a:t>DEMOSTRACIÓN DEL RESULTADO DEL PROYECTO</a:t>
            </a:r>
          </a:p>
          <a:p>
            <a:pPr algn="ctr"/>
            <a:r>
              <a:rPr lang="es-MX" sz="2400" dirty="0">
                <a:solidFill>
                  <a:schemeClr val="bg2">
                    <a:lumMod val="50000"/>
                  </a:schemeClr>
                </a:solidFill>
              </a:rPr>
              <a:t>*Exposición del sistema</a:t>
            </a:r>
            <a:endParaRPr lang="es-CL" sz="2400" dirty="0">
              <a:solidFill>
                <a:schemeClr val="bg2">
                  <a:lumMod val="50000"/>
                </a:schemeClr>
              </a:solidFill>
            </a:endParaRPr>
          </a:p>
        </p:txBody>
      </p:sp>
    </p:spTree>
    <p:extLst>
      <p:ext uri="{BB962C8B-B14F-4D97-AF65-F5344CB8AC3E}">
        <p14:creationId xmlns:p14="http://schemas.microsoft.com/office/powerpoint/2010/main" val="489174681"/>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1" y="1459095"/>
            <a:ext cx="12191999" cy="769441"/>
          </a:xfrm>
          <a:prstGeom prst="rect">
            <a:avLst/>
          </a:prstGeom>
          <a:noFill/>
        </p:spPr>
        <p:txBody>
          <a:bodyPr wrap="square" rtlCol="0">
            <a:spAutoFit/>
          </a:bodyPr>
          <a:lstStyle/>
          <a:p>
            <a:pPr algn="ctr"/>
            <a:r>
              <a:rPr lang="es-MX" sz="4400" dirty="0"/>
              <a:t>Resultados obtenidos</a:t>
            </a:r>
          </a:p>
        </p:txBody>
      </p:sp>
    </p:spTree>
    <p:extLst>
      <p:ext uri="{BB962C8B-B14F-4D97-AF65-F5344CB8AC3E}">
        <p14:creationId xmlns:p14="http://schemas.microsoft.com/office/powerpoint/2010/main" val="2904893737"/>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1" y="1360773"/>
            <a:ext cx="12191999" cy="769441"/>
          </a:xfrm>
          <a:prstGeom prst="rect">
            <a:avLst/>
          </a:prstGeom>
          <a:noFill/>
        </p:spPr>
        <p:txBody>
          <a:bodyPr wrap="square" rtlCol="0">
            <a:spAutoFit/>
          </a:bodyPr>
          <a:lstStyle/>
          <a:p>
            <a:pPr algn="ctr"/>
            <a:r>
              <a:rPr lang="es-MX" sz="4400" dirty="0"/>
              <a:t>Obstáculos presentados durante el desarrollo</a:t>
            </a:r>
          </a:p>
        </p:txBody>
      </p:sp>
    </p:spTree>
    <p:extLst>
      <p:ext uri="{BB962C8B-B14F-4D97-AF65-F5344CB8AC3E}">
        <p14:creationId xmlns:p14="http://schemas.microsoft.com/office/powerpoint/2010/main" val="1266268508"/>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0" y="3044279"/>
            <a:ext cx="12191999" cy="769441"/>
          </a:xfrm>
          <a:prstGeom prst="rect">
            <a:avLst/>
          </a:prstGeom>
          <a:noFill/>
        </p:spPr>
        <p:txBody>
          <a:bodyPr wrap="square" rtlCol="0">
            <a:spAutoFit/>
          </a:bodyPr>
          <a:lstStyle/>
          <a:p>
            <a:pPr algn="ctr"/>
            <a:r>
              <a:rPr lang="es-MX" sz="4400" dirty="0"/>
              <a:t>PREGUNTAS DE LA COMISIÓN</a:t>
            </a:r>
          </a:p>
        </p:txBody>
      </p:sp>
    </p:spTree>
    <p:extLst>
      <p:ext uri="{BB962C8B-B14F-4D97-AF65-F5344CB8AC3E}">
        <p14:creationId xmlns:p14="http://schemas.microsoft.com/office/powerpoint/2010/main" val="4158079731"/>
      </p:ext>
    </p:extLst>
  </p:cSld>
  <p:clrMapOvr>
    <a:masterClrMapping/>
  </p:clrMapOvr>
  <p:transition spd="slow">
    <p:wipe/>
  </p:transition>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TotalTime>
  <Words>589</Words>
  <Application>Microsoft Office PowerPoint</Application>
  <PresentationFormat>Panorámica</PresentationFormat>
  <Paragraphs>125</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Gerardo Galan Cruz</dc:creator>
  <cp:lastModifiedBy>JOSE IGNACIO FLORES BENAVIDES</cp:lastModifiedBy>
  <cp:revision>3</cp:revision>
  <dcterms:created xsi:type="dcterms:W3CDTF">2023-10-28T21:12:11Z</dcterms:created>
  <dcterms:modified xsi:type="dcterms:W3CDTF">2025-06-02T20:43:00Z</dcterms:modified>
</cp:coreProperties>
</file>